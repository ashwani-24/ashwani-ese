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5.jpg" ContentType="image/jpg"/>
  <Override PartName="/ppt/media/image6.jpg" ContentType="image/jpg"/>
  <Override PartName="/ppt/media/image8.jpg" ContentType="image/jpg"/>
  <Override PartName="/ppt/media/image9.jpg" ContentType="image/jpg"/>
  <Override PartName="/ppt/media/image13.jpg" ContentType="image/jpg"/>
  <Override PartName="/ppt/media/image14.jpg" ContentType="image/jpg"/>
  <Override PartName="/ppt/media/image15.jpg" ContentType="image/jpg"/>
  <Override PartName="/ppt/media/image16.jpg" ContentType="image/jpg"/>
  <Override PartName="/ppt/media/image17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69" r:id="rId18"/>
    <p:sldId id="270" r:id="rId19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50" d="100"/>
          <a:sy n="50" d="100"/>
        </p:scale>
        <p:origin x="946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1A237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849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1A237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3849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1A237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3140055" cy="10287000"/>
          </a:xfrm>
          <a:custGeom>
            <a:avLst/>
            <a:gdLst/>
            <a:ahLst/>
            <a:cxnLst/>
            <a:rect l="l" t="t" r="r" b="b"/>
            <a:pathLst>
              <a:path w="13140055" h="10287000">
                <a:moveTo>
                  <a:pt x="11296204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2629502" y="0"/>
                </a:lnTo>
                <a:lnTo>
                  <a:pt x="12647065" y="66598"/>
                </a:lnTo>
                <a:lnTo>
                  <a:pt x="12672011" y="163335"/>
                </a:lnTo>
                <a:lnTo>
                  <a:pt x="12696354" y="260206"/>
                </a:lnTo>
                <a:lnTo>
                  <a:pt x="12720089" y="357208"/>
                </a:lnTo>
                <a:lnTo>
                  <a:pt x="12743214" y="454337"/>
                </a:lnTo>
                <a:lnTo>
                  <a:pt x="12765724" y="551592"/>
                </a:lnTo>
                <a:lnTo>
                  <a:pt x="12787616" y="648969"/>
                </a:lnTo>
                <a:lnTo>
                  <a:pt x="12808886" y="746465"/>
                </a:lnTo>
                <a:lnTo>
                  <a:pt x="12829530" y="844077"/>
                </a:lnTo>
                <a:lnTo>
                  <a:pt x="12849545" y="941802"/>
                </a:lnTo>
                <a:lnTo>
                  <a:pt x="12868927" y="1039638"/>
                </a:lnTo>
                <a:lnTo>
                  <a:pt x="12887672" y="1137581"/>
                </a:lnTo>
                <a:lnTo>
                  <a:pt x="12905777" y="1235629"/>
                </a:lnTo>
                <a:lnTo>
                  <a:pt x="12923238" y="1333779"/>
                </a:lnTo>
                <a:lnTo>
                  <a:pt x="12940051" y="1432027"/>
                </a:lnTo>
                <a:lnTo>
                  <a:pt x="12956213" y="1530370"/>
                </a:lnTo>
                <a:lnTo>
                  <a:pt x="12971719" y="1628807"/>
                </a:lnTo>
                <a:lnTo>
                  <a:pt x="12986567" y="1727333"/>
                </a:lnTo>
                <a:lnTo>
                  <a:pt x="13000753" y="1825947"/>
                </a:lnTo>
                <a:lnTo>
                  <a:pt x="13014272" y="1924644"/>
                </a:lnTo>
                <a:lnTo>
                  <a:pt x="13027121" y="2023423"/>
                </a:lnTo>
                <a:lnTo>
                  <a:pt x="13039297" y="2122279"/>
                </a:lnTo>
                <a:lnTo>
                  <a:pt x="13050796" y="2221211"/>
                </a:lnTo>
                <a:lnTo>
                  <a:pt x="13061613" y="2320215"/>
                </a:lnTo>
                <a:lnTo>
                  <a:pt x="13071746" y="2419289"/>
                </a:lnTo>
                <a:lnTo>
                  <a:pt x="13081191" y="2518429"/>
                </a:lnTo>
                <a:lnTo>
                  <a:pt x="13089944" y="2617632"/>
                </a:lnTo>
                <a:lnTo>
                  <a:pt x="13098001" y="2716897"/>
                </a:lnTo>
                <a:lnTo>
                  <a:pt x="13105359" y="2816218"/>
                </a:lnTo>
                <a:lnTo>
                  <a:pt x="13112013" y="2915595"/>
                </a:lnTo>
                <a:lnTo>
                  <a:pt x="13117961" y="3015023"/>
                </a:lnTo>
                <a:lnTo>
                  <a:pt x="13123199" y="3114500"/>
                </a:lnTo>
                <a:lnTo>
                  <a:pt x="13127723" y="3214023"/>
                </a:lnTo>
                <a:lnTo>
                  <a:pt x="13131528" y="3313589"/>
                </a:lnTo>
                <a:lnTo>
                  <a:pt x="13134613" y="3413196"/>
                </a:lnTo>
                <a:lnTo>
                  <a:pt x="13136972" y="3512839"/>
                </a:lnTo>
                <a:lnTo>
                  <a:pt x="13139143" y="3662367"/>
                </a:lnTo>
                <a:lnTo>
                  <a:pt x="13139661" y="3811962"/>
                </a:lnTo>
                <a:lnTo>
                  <a:pt x="13138515" y="3961615"/>
                </a:lnTo>
                <a:lnTo>
                  <a:pt x="13135692" y="4111315"/>
                </a:lnTo>
                <a:lnTo>
                  <a:pt x="13131179" y="4261052"/>
                </a:lnTo>
                <a:lnTo>
                  <a:pt x="13124964" y="4410817"/>
                </a:lnTo>
                <a:lnTo>
                  <a:pt x="13117074" y="4559001"/>
                </a:lnTo>
                <a:lnTo>
                  <a:pt x="13107397" y="4707152"/>
                </a:lnTo>
                <a:lnTo>
                  <a:pt x="13095935" y="4855245"/>
                </a:lnTo>
                <a:lnTo>
                  <a:pt x="13082691" y="5003252"/>
                </a:lnTo>
                <a:lnTo>
                  <a:pt x="13067670" y="5151147"/>
                </a:lnTo>
                <a:lnTo>
                  <a:pt x="13050872" y="5298903"/>
                </a:lnTo>
                <a:lnTo>
                  <a:pt x="13032301" y="5446493"/>
                </a:lnTo>
                <a:lnTo>
                  <a:pt x="13011960" y="5593891"/>
                </a:lnTo>
                <a:lnTo>
                  <a:pt x="12989852" y="5741070"/>
                </a:lnTo>
                <a:lnTo>
                  <a:pt x="12965980" y="5888004"/>
                </a:lnTo>
                <a:lnTo>
                  <a:pt x="12940347" y="6034665"/>
                </a:lnTo>
                <a:lnTo>
                  <a:pt x="12912954" y="6181026"/>
                </a:lnTo>
                <a:lnTo>
                  <a:pt x="12883807" y="6327062"/>
                </a:lnTo>
                <a:lnTo>
                  <a:pt x="12852906" y="6472746"/>
                </a:lnTo>
                <a:lnTo>
                  <a:pt x="12820255" y="6618050"/>
                </a:lnTo>
                <a:lnTo>
                  <a:pt x="12785858" y="6762948"/>
                </a:lnTo>
                <a:lnTo>
                  <a:pt x="12749716" y="6907413"/>
                </a:lnTo>
                <a:lnTo>
                  <a:pt x="12711833" y="7051419"/>
                </a:lnTo>
                <a:lnTo>
                  <a:pt x="12658619" y="7242667"/>
                </a:lnTo>
                <a:lnTo>
                  <a:pt x="12602320" y="7432986"/>
                </a:lnTo>
                <a:lnTo>
                  <a:pt x="12542945" y="7622315"/>
                </a:lnTo>
                <a:lnTo>
                  <a:pt x="12480500" y="7810590"/>
                </a:lnTo>
                <a:lnTo>
                  <a:pt x="12414992" y="7997748"/>
                </a:lnTo>
                <a:lnTo>
                  <a:pt x="12346427" y="8183725"/>
                </a:lnTo>
                <a:lnTo>
                  <a:pt x="12274813" y="8368457"/>
                </a:lnTo>
                <a:lnTo>
                  <a:pt x="12200155" y="8551883"/>
                </a:lnTo>
                <a:lnTo>
                  <a:pt x="12122462" y="8733938"/>
                </a:lnTo>
                <a:lnTo>
                  <a:pt x="12041740" y="8914558"/>
                </a:lnTo>
                <a:lnTo>
                  <a:pt x="11957995" y="9093682"/>
                </a:lnTo>
                <a:lnTo>
                  <a:pt x="11871234" y="9271245"/>
                </a:lnTo>
                <a:lnTo>
                  <a:pt x="11781465" y="9447184"/>
                </a:lnTo>
                <a:lnTo>
                  <a:pt x="11688694" y="9621436"/>
                </a:lnTo>
                <a:lnTo>
                  <a:pt x="11592928" y="9793938"/>
                </a:lnTo>
                <a:lnTo>
                  <a:pt x="11494174" y="9964625"/>
                </a:lnTo>
                <a:lnTo>
                  <a:pt x="11392438" y="10133436"/>
                </a:lnTo>
                <a:lnTo>
                  <a:pt x="11296204" y="10286999"/>
                </a:lnTo>
                <a:close/>
              </a:path>
            </a:pathLst>
          </a:custGeom>
          <a:solidFill>
            <a:srgbClr val="9EA7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4320372" y="1377856"/>
            <a:ext cx="3968115" cy="8909685"/>
          </a:xfrm>
          <a:custGeom>
            <a:avLst/>
            <a:gdLst/>
            <a:ahLst/>
            <a:cxnLst/>
            <a:rect l="l" t="t" r="r" b="b"/>
            <a:pathLst>
              <a:path w="3968115" h="8909685">
                <a:moveTo>
                  <a:pt x="26228" y="5501780"/>
                </a:moveTo>
                <a:lnTo>
                  <a:pt x="17688" y="5400299"/>
                </a:lnTo>
                <a:lnTo>
                  <a:pt x="11733" y="5315741"/>
                </a:lnTo>
                <a:lnTo>
                  <a:pt x="6386" y="5219869"/>
                </a:lnTo>
                <a:lnTo>
                  <a:pt x="6430" y="5220387"/>
                </a:lnTo>
                <a:lnTo>
                  <a:pt x="4459" y="5175871"/>
                </a:lnTo>
                <a:lnTo>
                  <a:pt x="1452" y="5082531"/>
                </a:lnTo>
                <a:lnTo>
                  <a:pt x="0" y="4989159"/>
                </a:lnTo>
                <a:lnTo>
                  <a:pt x="170" y="4895791"/>
                </a:lnTo>
                <a:lnTo>
                  <a:pt x="2034" y="4802464"/>
                </a:lnTo>
                <a:lnTo>
                  <a:pt x="5659" y="4709215"/>
                </a:lnTo>
                <a:lnTo>
                  <a:pt x="8153" y="4662631"/>
                </a:lnTo>
                <a:lnTo>
                  <a:pt x="11114" y="4616081"/>
                </a:lnTo>
                <a:lnTo>
                  <a:pt x="14550" y="4569568"/>
                </a:lnTo>
                <a:lnTo>
                  <a:pt x="18469" y="4523097"/>
                </a:lnTo>
                <a:lnTo>
                  <a:pt x="22880" y="4476673"/>
                </a:lnTo>
                <a:lnTo>
                  <a:pt x="27819" y="4430080"/>
                </a:lnTo>
                <a:lnTo>
                  <a:pt x="33214" y="4383985"/>
                </a:lnTo>
                <a:lnTo>
                  <a:pt x="39154" y="4337730"/>
                </a:lnTo>
                <a:lnTo>
                  <a:pt x="45620" y="4291539"/>
                </a:lnTo>
                <a:lnTo>
                  <a:pt x="52621" y="4245419"/>
                </a:lnTo>
                <a:lnTo>
                  <a:pt x="60167" y="4199373"/>
                </a:lnTo>
                <a:lnTo>
                  <a:pt x="68265" y="4153406"/>
                </a:lnTo>
                <a:lnTo>
                  <a:pt x="76924" y="4107522"/>
                </a:lnTo>
                <a:lnTo>
                  <a:pt x="86153" y="4061727"/>
                </a:lnTo>
                <a:lnTo>
                  <a:pt x="95960" y="4016024"/>
                </a:lnTo>
                <a:lnTo>
                  <a:pt x="106354" y="3970419"/>
                </a:lnTo>
                <a:lnTo>
                  <a:pt x="117344" y="3924916"/>
                </a:lnTo>
                <a:lnTo>
                  <a:pt x="128939" y="3879519"/>
                </a:lnTo>
                <a:lnTo>
                  <a:pt x="141146" y="3834232"/>
                </a:lnTo>
                <a:lnTo>
                  <a:pt x="153975" y="3789062"/>
                </a:lnTo>
                <a:lnTo>
                  <a:pt x="167434" y="3744012"/>
                </a:lnTo>
                <a:lnTo>
                  <a:pt x="181531" y="3699086"/>
                </a:lnTo>
                <a:lnTo>
                  <a:pt x="196277" y="3654290"/>
                </a:lnTo>
                <a:lnTo>
                  <a:pt x="211678" y="3609628"/>
                </a:lnTo>
                <a:lnTo>
                  <a:pt x="227744" y="3565104"/>
                </a:lnTo>
                <a:lnTo>
                  <a:pt x="244483" y="3520724"/>
                </a:lnTo>
                <a:lnTo>
                  <a:pt x="261904" y="3476491"/>
                </a:lnTo>
                <a:lnTo>
                  <a:pt x="280016" y="3432410"/>
                </a:lnTo>
                <a:lnTo>
                  <a:pt x="298827" y="3388486"/>
                </a:lnTo>
                <a:lnTo>
                  <a:pt x="318346" y="3344723"/>
                </a:lnTo>
                <a:lnTo>
                  <a:pt x="338581" y="3301127"/>
                </a:lnTo>
                <a:lnTo>
                  <a:pt x="359541" y="3257701"/>
                </a:lnTo>
                <a:lnTo>
                  <a:pt x="381235" y="3214450"/>
                </a:lnTo>
                <a:lnTo>
                  <a:pt x="403672" y="3171379"/>
                </a:lnTo>
                <a:lnTo>
                  <a:pt x="426859" y="3128492"/>
                </a:lnTo>
                <a:lnTo>
                  <a:pt x="450806" y="3085794"/>
                </a:lnTo>
                <a:lnTo>
                  <a:pt x="475521" y="3043289"/>
                </a:lnTo>
                <a:lnTo>
                  <a:pt x="501013" y="3000983"/>
                </a:lnTo>
                <a:lnTo>
                  <a:pt x="527291" y="2958879"/>
                </a:lnTo>
                <a:lnTo>
                  <a:pt x="554362" y="2916982"/>
                </a:lnTo>
                <a:lnTo>
                  <a:pt x="582237" y="2875297"/>
                </a:lnTo>
                <a:lnTo>
                  <a:pt x="610922" y="2833829"/>
                </a:lnTo>
                <a:lnTo>
                  <a:pt x="640428" y="2792581"/>
                </a:lnTo>
                <a:lnTo>
                  <a:pt x="670762" y="2751559"/>
                </a:lnTo>
                <a:lnTo>
                  <a:pt x="701934" y="2710767"/>
                </a:lnTo>
                <a:lnTo>
                  <a:pt x="733951" y="2670210"/>
                </a:lnTo>
                <a:lnTo>
                  <a:pt x="766823" y="2629891"/>
                </a:lnTo>
                <a:lnTo>
                  <a:pt x="800558" y="2589817"/>
                </a:lnTo>
                <a:lnTo>
                  <a:pt x="835165" y="2549991"/>
                </a:lnTo>
                <a:lnTo>
                  <a:pt x="870652" y="2510418"/>
                </a:lnTo>
                <a:lnTo>
                  <a:pt x="907028" y="2471103"/>
                </a:lnTo>
                <a:lnTo>
                  <a:pt x="944301" y="2432049"/>
                </a:lnTo>
                <a:lnTo>
                  <a:pt x="982481" y="2393263"/>
                </a:lnTo>
                <a:lnTo>
                  <a:pt x="1021576" y="2354748"/>
                </a:lnTo>
                <a:lnTo>
                  <a:pt x="1090013" y="2288069"/>
                </a:lnTo>
                <a:lnTo>
                  <a:pt x="1156618" y="2222627"/>
                </a:lnTo>
                <a:lnTo>
                  <a:pt x="1221430" y="2158412"/>
                </a:lnTo>
                <a:lnTo>
                  <a:pt x="1284485" y="2095413"/>
                </a:lnTo>
                <a:lnTo>
                  <a:pt x="1405480" y="1973023"/>
                </a:lnTo>
                <a:lnTo>
                  <a:pt x="1519903" y="1855374"/>
                </a:lnTo>
                <a:lnTo>
                  <a:pt x="1628056" y="1742382"/>
                </a:lnTo>
                <a:lnTo>
                  <a:pt x="1730242" y="1633965"/>
                </a:lnTo>
                <a:lnTo>
                  <a:pt x="1826763" y="1530040"/>
                </a:lnTo>
                <a:lnTo>
                  <a:pt x="1917919" y="1430524"/>
                </a:lnTo>
                <a:lnTo>
                  <a:pt x="2004012" y="1335334"/>
                </a:lnTo>
                <a:lnTo>
                  <a:pt x="2124321" y="1200479"/>
                </a:lnTo>
                <a:lnTo>
                  <a:pt x="2400522" y="885412"/>
                </a:lnTo>
                <a:lnTo>
                  <a:pt x="2546727" y="719601"/>
                </a:lnTo>
                <a:lnTo>
                  <a:pt x="2600838" y="659614"/>
                </a:lnTo>
                <a:lnTo>
                  <a:pt x="2627108" y="630937"/>
                </a:lnTo>
                <a:lnTo>
                  <a:pt x="2678265" y="576164"/>
                </a:lnTo>
                <a:lnTo>
                  <a:pt x="2727830" y="524763"/>
                </a:lnTo>
                <a:lnTo>
                  <a:pt x="2776105" y="476652"/>
                </a:lnTo>
                <a:lnTo>
                  <a:pt x="2823391" y="431747"/>
                </a:lnTo>
                <a:lnTo>
                  <a:pt x="2869990" y="389966"/>
                </a:lnTo>
                <a:lnTo>
                  <a:pt x="2916204" y="351226"/>
                </a:lnTo>
                <a:lnTo>
                  <a:pt x="2962334" y="315443"/>
                </a:lnTo>
                <a:lnTo>
                  <a:pt x="3008683" y="282535"/>
                </a:lnTo>
                <a:lnTo>
                  <a:pt x="3055552" y="252419"/>
                </a:lnTo>
                <a:lnTo>
                  <a:pt x="3103242" y="225013"/>
                </a:lnTo>
                <a:lnTo>
                  <a:pt x="3152057" y="200232"/>
                </a:lnTo>
                <a:lnTo>
                  <a:pt x="3202296" y="177994"/>
                </a:lnTo>
                <a:lnTo>
                  <a:pt x="3254263" y="158216"/>
                </a:lnTo>
                <a:lnTo>
                  <a:pt x="3308259" y="140816"/>
                </a:lnTo>
                <a:lnTo>
                  <a:pt x="3364585" y="125710"/>
                </a:lnTo>
                <a:lnTo>
                  <a:pt x="3423544" y="112816"/>
                </a:lnTo>
                <a:lnTo>
                  <a:pt x="3446194" y="108332"/>
                </a:lnTo>
                <a:lnTo>
                  <a:pt x="3469818" y="103564"/>
                </a:lnTo>
                <a:lnTo>
                  <a:pt x="3519929" y="93231"/>
                </a:lnTo>
                <a:lnTo>
                  <a:pt x="3602042" y="75942"/>
                </a:lnTo>
                <a:lnTo>
                  <a:pt x="3692151" y="56834"/>
                </a:lnTo>
                <a:lnTo>
                  <a:pt x="3723898" y="50124"/>
                </a:lnTo>
                <a:lnTo>
                  <a:pt x="3789874" y="36277"/>
                </a:lnTo>
                <a:lnTo>
                  <a:pt x="3859064" y="21950"/>
                </a:lnTo>
                <a:lnTo>
                  <a:pt x="3931356" y="7253"/>
                </a:lnTo>
                <a:lnTo>
                  <a:pt x="3967628" y="0"/>
                </a:lnTo>
                <a:lnTo>
                  <a:pt x="3967628" y="8909143"/>
                </a:lnTo>
                <a:lnTo>
                  <a:pt x="972499" y="8909143"/>
                </a:lnTo>
                <a:lnTo>
                  <a:pt x="955487" y="8881476"/>
                </a:lnTo>
                <a:lnTo>
                  <a:pt x="931393" y="8841401"/>
                </a:lnTo>
                <a:lnTo>
                  <a:pt x="907744" y="8801157"/>
                </a:lnTo>
                <a:lnTo>
                  <a:pt x="884544" y="8760747"/>
                </a:lnTo>
                <a:lnTo>
                  <a:pt x="861795" y="8720175"/>
                </a:lnTo>
                <a:lnTo>
                  <a:pt x="839500" y="8679447"/>
                </a:lnTo>
                <a:lnTo>
                  <a:pt x="817663" y="8638566"/>
                </a:lnTo>
                <a:lnTo>
                  <a:pt x="796286" y="8597537"/>
                </a:lnTo>
                <a:lnTo>
                  <a:pt x="775373" y="8556364"/>
                </a:lnTo>
                <a:lnTo>
                  <a:pt x="754926" y="8515051"/>
                </a:lnTo>
                <a:lnTo>
                  <a:pt x="734948" y="8473602"/>
                </a:lnTo>
                <a:lnTo>
                  <a:pt x="715444" y="8432022"/>
                </a:lnTo>
                <a:lnTo>
                  <a:pt x="696415" y="8390315"/>
                </a:lnTo>
                <a:lnTo>
                  <a:pt x="677864" y="8348485"/>
                </a:lnTo>
                <a:lnTo>
                  <a:pt x="659795" y="8306537"/>
                </a:lnTo>
                <a:lnTo>
                  <a:pt x="642211" y="8264474"/>
                </a:lnTo>
                <a:lnTo>
                  <a:pt x="625115" y="8222301"/>
                </a:lnTo>
                <a:lnTo>
                  <a:pt x="608510" y="8180023"/>
                </a:lnTo>
                <a:lnTo>
                  <a:pt x="592398" y="8137643"/>
                </a:lnTo>
                <a:lnTo>
                  <a:pt x="576783" y="8095167"/>
                </a:lnTo>
                <a:lnTo>
                  <a:pt x="561668" y="8052597"/>
                </a:lnTo>
                <a:lnTo>
                  <a:pt x="547056" y="8009938"/>
                </a:lnTo>
                <a:lnTo>
                  <a:pt x="532951" y="7967195"/>
                </a:lnTo>
                <a:lnTo>
                  <a:pt x="519354" y="7924372"/>
                </a:lnTo>
                <a:lnTo>
                  <a:pt x="506269" y="7881474"/>
                </a:lnTo>
                <a:lnTo>
                  <a:pt x="493699" y="7838503"/>
                </a:lnTo>
                <a:lnTo>
                  <a:pt x="481647" y="7795465"/>
                </a:lnTo>
                <a:lnTo>
                  <a:pt x="470117" y="7752365"/>
                </a:lnTo>
                <a:lnTo>
                  <a:pt x="459110" y="7709205"/>
                </a:lnTo>
                <a:lnTo>
                  <a:pt x="265140" y="6894506"/>
                </a:lnTo>
                <a:lnTo>
                  <a:pt x="198358" y="6591208"/>
                </a:lnTo>
                <a:lnTo>
                  <a:pt x="153600" y="6369701"/>
                </a:lnTo>
                <a:lnTo>
                  <a:pt x="120390" y="6190015"/>
                </a:lnTo>
                <a:lnTo>
                  <a:pt x="90084" y="6008442"/>
                </a:lnTo>
                <a:lnTo>
                  <a:pt x="69593" y="5871201"/>
                </a:lnTo>
                <a:lnTo>
                  <a:pt x="51515" y="5735042"/>
                </a:lnTo>
                <a:lnTo>
                  <a:pt x="51540" y="5735345"/>
                </a:lnTo>
                <a:lnTo>
                  <a:pt x="35376" y="5594522"/>
                </a:lnTo>
                <a:lnTo>
                  <a:pt x="26228" y="5501780"/>
                </a:lnTo>
                <a:close/>
              </a:path>
            </a:pathLst>
          </a:custGeom>
          <a:solidFill>
            <a:srgbClr val="1A2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7000" b="0" i="0">
                <a:solidFill>
                  <a:srgbClr val="1A237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4049" y="1472776"/>
            <a:ext cx="9787890" cy="2148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000" b="0" i="0">
                <a:solidFill>
                  <a:srgbClr val="1A237D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4049" y="4221853"/>
            <a:ext cx="8750300" cy="34518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3849AB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70" y="131569"/>
            <a:ext cx="18286730" cy="10286365"/>
          </a:xfrm>
          <a:custGeom>
            <a:avLst/>
            <a:gdLst/>
            <a:ahLst/>
            <a:cxnLst/>
            <a:rect l="l" t="t" r="r" b="b"/>
            <a:pathLst>
              <a:path w="18286730" h="10286365">
                <a:moveTo>
                  <a:pt x="18286306" y="10286047"/>
                </a:moveTo>
                <a:lnTo>
                  <a:pt x="0" y="10286047"/>
                </a:lnTo>
                <a:lnTo>
                  <a:pt x="0" y="0"/>
                </a:lnTo>
                <a:lnTo>
                  <a:pt x="18286306" y="0"/>
                </a:lnTo>
                <a:lnTo>
                  <a:pt x="18286306" y="10286047"/>
                </a:lnTo>
                <a:close/>
              </a:path>
            </a:pathLst>
          </a:custGeom>
          <a:solidFill>
            <a:srgbClr val="FBF9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625014" y="816552"/>
            <a:ext cx="5103495" cy="184721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616075">
              <a:lnSpc>
                <a:spcPct val="149200"/>
              </a:lnSpc>
              <a:spcBef>
                <a:spcPts val="100"/>
              </a:spcBef>
            </a:pPr>
            <a:r>
              <a:rPr sz="3000" b="1" dirty="0">
                <a:solidFill>
                  <a:srgbClr val="1F487C"/>
                </a:solidFill>
                <a:latin typeface="Times New Roman"/>
                <a:cs typeface="Times New Roman"/>
              </a:rPr>
              <a:t>INNOVEXA </a:t>
            </a:r>
            <a:r>
              <a:rPr sz="30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STORE </a:t>
            </a:r>
            <a:r>
              <a:rPr lang="en-IN" sz="30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            </a:t>
            </a:r>
            <a:r>
              <a:rPr sz="3000" b="1" spc="-15" dirty="0">
                <a:solidFill>
                  <a:srgbClr val="1F487C"/>
                </a:solidFill>
                <a:latin typeface="Times New Roman"/>
                <a:cs typeface="Times New Roman"/>
              </a:rPr>
              <a:t>E-</a:t>
            </a:r>
            <a:r>
              <a:rPr sz="30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COMMERCE</a:t>
            </a:r>
            <a:r>
              <a:rPr sz="3000" b="1" spc="-114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30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WEBSITE</a:t>
            </a:r>
            <a:endParaRPr sz="3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30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PRESENTATION</a:t>
            </a:r>
            <a:endParaRPr sz="30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5014" y="2638098"/>
            <a:ext cx="5417185" cy="436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dirty="0">
                <a:solidFill>
                  <a:srgbClr val="1F487C"/>
                </a:solidFill>
                <a:latin typeface="Times New Roman"/>
                <a:cs typeface="Times New Roman"/>
              </a:rPr>
              <a:t>BY</a:t>
            </a:r>
            <a:r>
              <a:rPr sz="2700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1F487C"/>
                </a:solidFill>
                <a:latin typeface="Times New Roman"/>
                <a:cs typeface="Times New Roman"/>
              </a:rPr>
              <a:t>CREATED</a:t>
            </a:r>
            <a:r>
              <a:rPr sz="2700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1F487C"/>
                </a:solidFill>
                <a:latin typeface="Times New Roman"/>
                <a:cs typeface="Times New Roman"/>
              </a:rPr>
              <a:t>USING:</a:t>
            </a:r>
            <a:r>
              <a:rPr sz="2700" spc="-2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dirty="0">
                <a:solidFill>
                  <a:srgbClr val="1F487C"/>
                </a:solidFill>
                <a:latin typeface="Times New Roman"/>
                <a:cs typeface="Times New Roman"/>
              </a:rPr>
              <a:t>HTML</a:t>
            </a:r>
            <a:r>
              <a:rPr sz="2700" spc="-20" dirty="0">
                <a:solidFill>
                  <a:srgbClr val="1F487C"/>
                </a:solidFill>
                <a:latin typeface="Times New Roman"/>
                <a:cs typeface="Times New Roman"/>
              </a:rPr>
              <a:t> &amp;CSS</a:t>
            </a:r>
            <a:endParaRPr sz="27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31674" y="5274752"/>
            <a:ext cx="10895330" cy="3631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40815" marR="5080" indent="-1428750">
              <a:lnSpc>
                <a:spcPct val="129600"/>
              </a:lnSpc>
              <a:spcBef>
                <a:spcPts val="100"/>
              </a:spcBef>
            </a:pP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KIET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GROUP</a:t>
            </a:r>
            <a:r>
              <a:rPr sz="2700" b="1" spc="-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OF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INSTITUTIONS,</a:t>
            </a:r>
            <a:r>
              <a:rPr sz="2700" b="1" spc="-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DELHI-NCR,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GHAZIABAD-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201206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BY:</a:t>
            </a:r>
            <a:r>
              <a:rPr sz="2700" b="1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ANKIT</a:t>
            </a:r>
            <a:r>
              <a:rPr sz="2700" b="1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spc="-35" dirty="0">
                <a:solidFill>
                  <a:srgbClr val="1F487C"/>
                </a:solidFill>
                <a:latin typeface="Times New Roman"/>
                <a:cs typeface="Times New Roman"/>
              </a:rPr>
              <a:t>KUMAR-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roll</a:t>
            </a:r>
            <a:r>
              <a:rPr sz="2700" b="1" spc="-6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spc="-30" dirty="0">
                <a:solidFill>
                  <a:srgbClr val="1F487C"/>
                </a:solidFill>
                <a:latin typeface="Times New Roman"/>
                <a:cs typeface="Times New Roman"/>
              </a:rPr>
              <a:t>–UID-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202510116100032</a:t>
            </a:r>
            <a:endParaRPr sz="2700" dirty="0">
              <a:latin typeface="Times New Roman"/>
              <a:cs typeface="Times New Roman"/>
            </a:endParaRPr>
          </a:p>
          <a:p>
            <a:pPr marL="2480310" marR="1802764" indent="-1127125">
              <a:lnSpc>
                <a:spcPct val="159700"/>
              </a:lnSpc>
            </a:pP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ADITYA</a:t>
            </a:r>
            <a:r>
              <a:rPr sz="2700" b="1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RAJ</a:t>
            </a:r>
            <a:r>
              <a:rPr sz="2700" b="1" spc="-5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spc="-30" dirty="0">
                <a:solidFill>
                  <a:srgbClr val="1F487C"/>
                </a:solidFill>
                <a:latin typeface="Times New Roman"/>
                <a:cs typeface="Times New Roman"/>
              </a:rPr>
              <a:t>JAISWAL-</a:t>
            </a:r>
            <a:r>
              <a:rPr sz="2700" b="1" spc="-25" dirty="0">
                <a:solidFill>
                  <a:srgbClr val="1F487C"/>
                </a:solidFill>
                <a:latin typeface="Times New Roman"/>
                <a:cs typeface="Times New Roman"/>
              </a:rPr>
              <a:t>roll-</a:t>
            </a:r>
            <a:r>
              <a:rPr sz="2700" b="1" spc="-35" dirty="0">
                <a:solidFill>
                  <a:srgbClr val="1F487C"/>
                </a:solidFill>
                <a:latin typeface="Times New Roman"/>
                <a:cs typeface="Times New Roman"/>
              </a:rPr>
              <a:t>UID-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20251011610001</a:t>
            </a:r>
            <a:r>
              <a:rPr lang="en-IN"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2</a:t>
            </a:r>
          </a:p>
          <a:p>
            <a:pPr marL="2480310" marR="1802764" indent="-1127125">
              <a:lnSpc>
                <a:spcPct val="159700"/>
              </a:lnSpc>
            </a:pPr>
            <a:r>
              <a:rPr lang="en-IN"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ASHWANI</a:t>
            </a:r>
            <a:r>
              <a:rPr lang="en-IN" sz="2700" b="1" spc="-140" dirty="0">
                <a:solidFill>
                  <a:srgbClr val="1F487C"/>
                </a:solidFill>
                <a:latin typeface="Times New Roman"/>
                <a:cs typeface="Times New Roman"/>
              </a:rPr>
              <a:t>   </a:t>
            </a:r>
            <a:r>
              <a:rPr lang="en-IN" sz="2700" b="1" spc="-25" dirty="0">
                <a:solidFill>
                  <a:srgbClr val="1F487C"/>
                </a:solidFill>
                <a:latin typeface="Times New Roman"/>
                <a:cs typeface="Times New Roman"/>
              </a:rPr>
              <a:t>roll-</a:t>
            </a:r>
            <a:r>
              <a:rPr lang="en-IN"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202510116100058</a:t>
            </a:r>
            <a:endParaRPr lang="en-IN" sz="2700" dirty="0">
              <a:latin typeface="Times New Roman"/>
              <a:cs typeface="Times New Roman"/>
            </a:endParaRPr>
          </a:p>
          <a:p>
            <a:pPr marL="2480310" marR="1802764" indent="-1127125">
              <a:lnSpc>
                <a:spcPct val="159700"/>
              </a:lnSpc>
            </a:pP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AYUSH</a:t>
            </a:r>
            <a:r>
              <a:rPr sz="2700" b="1" spc="-9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KUMAR</a:t>
            </a:r>
            <a:r>
              <a:rPr sz="2700" b="1" spc="-10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spc="-25" dirty="0">
                <a:solidFill>
                  <a:srgbClr val="1F487C"/>
                </a:solidFill>
                <a:latin typeface="Times New Roman"/>
                <a:cs typeface="Times New Roman"/>
              </a:rPr>
              <a:t>roll-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202510116100060</a:t>
            </a:r>
            <a:endParaRPr sz="27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  <a:spcBef>
                <a:spcPts val="960"/>
              </a:spcBef>
            </a:pP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In</a:t>
            </a:r>
            <a:r>
              <a:rPr sz="2700" b="1" spc="-7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Supervision</a:t>
            </a:r>
            <a:r>
              <a:rPr sz="2700" b="1" spc="-7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–</a:t>
            </a:r>
            <a:r>
              <a:rPr sz="2700" b="1" spc="-70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Mr.</a:t>
            </a:r>
            <a:r>
              <a:rPr sz="2700" b="1" spc="-7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dirty="0">
                <a:solidFill>
                  <a:srgbClr val="1F487C"/>
                </a:solidFill>
                <a:latin typeface="Times New Roman"/>
                <a:cs typeface="Times New Roman"/>
              </a:rPr>
              <a:t>Vijay</a:t>
            </a:r>
            <a:r>
              <a:rPr sz="2700" b="1" spc="-75" dirty="0">
                <a:solidFill>
                  <a:srgbClr val="1F487C"/>
                </a:solidFill>
                <a:latin typeface="Times New Roman"/>
                <a:cs typeface="Times New Roman"/>
              </a:rPr>
              <a:t> </a:t>
            </a:r>
            <a:r>
              <a:rPr sz="2700" b="1" spc="-10" dirty="0">
                <a:solidFill>
                  <a:srgbClr val="1F487C"/>
                </a:solidFill>
                <a:latin typeface="Times New Roman"/>
                <a:cs typeface="Times New Roman"/>
              </a:rPr>
              <a:t>Kumar</a:t>
            </a:r>
            <a:endParaRPr sz="2700" dirty="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0" y="131569"/>
            <a:ext cx="6324600" cy="3153410"/>
            <a:chOff x="0" y="0"/>
            <a:chExt cx="5362575" cy="315341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3363724" cy="315338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33697" y="162306"/>
              <a:ext cx="5028307" cy="2885727"/>
            </a:xfrm>
            <a:prstGeom prst="rect">
              <a:avLst/>
            </a:prstGeom>
          </p:spPr>
        </p:pic>
      </p:grp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922814" y="7132318"/>
            <a:ext cx="3362707" cy="315204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0CE285B-2BED-9D17-5D5D-84D7428A96D3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4249400" y="723900"/>
            <a:ext cx="3094170" cy="27823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54049" y="4130687"/>
            <a:ext cx="7474584" cy="2959100"/>
          </a:xfrm>
          <a:prstGeom prst="rect">
            <a:avLst/>
          </a:prstGeom>
        </p:spPr>
        <p:txBody>
          <a:bodyPr vert="horz" wrap="square" lIns="0" tIns="279400" rIns="0" bIns="0" rtlCol="0">
            <a:spAutoFit/>
          </a:bodyPr>
          <a:lstStyle/>
          <a:p>
            <a:pPr marL="12700" marR="5080">
              <a:lnSpc>
                <a:spcPts val="10500"/>
              </a:lnSpc>
              <a:spcBef>
                <a:spcPts val="2200"/>
              </a:spcBef>
            </a:pPr>
            <a:r>
              <a:rPr sz="10500" spc="1395" dirty="0">
                <a:solidFill>
                  <a:srgbClr val="1A237D"/>
                </a:solidFill>
                <a:latin typeface="Trebuchet MS"/>
                <a:cs typeface="Trebuchet MS"/>
              </a:rPr>
              <a:t>INNOVEXA </a:t>
            </a:r>
            <a:r>
              <a:rPr sz="10500" spc="1055" dirty="0">
                <a:solidFill>
                  <a:srgbClr val="1A237D"/>
                </a:solidFill>
                <a:latin typeface="Trebuchet MS"/>
                <a:cs typeface="Trebuchet MS"/>
              </a:rPr>
              <a:t>S</a:t>
            </a:r>
            <a:r>
              <a:rPr sz="10500" spc="390" dirty="0">
                <a:solidFill>
                  <a:srgbClr val="1A237D"/>
                </a:solidFill>
                <a:latin typeface="Trebuchet MS"/>
                <a:cs typeface="Trebuchet MS"/>
              </a:rPr>
              <a:t>T</a:t>
            </a:r>
            <a:r>
              <a:rPr sz="10500" spc="1055" dirty="0">
                <a:solidFill>
                  <a:srgbClr val="1A237D"/>
                </a:solidFill>
                <a:latin typeface="Trebuchet MS"/>
                <a:cs typeface="Trebuchet MS"/>
              </a:rPr>
              <a:t>O</a:t>
            </a:r>
            <a:r>
              <a:rPr sz="10500" spc="1045" dirty="0">
                <a:solidFill>
                  <a:srgbClr val="1A237D"/>
                </a:solidFill>
                <a:latin typeface="Trebuchet MS"/>
                <a:cs typeface="Trebuchet MS"/>
              </a:rPr>
              <a:t>R</a:t>
            </a:r>
            <a:r>
              <a:rPr sz="10500" spc="1220" dirty="0">
                <a:solidFill>
                  <a:srgbClr val="1A237D"/>
                </a:solidFill>
                <a:latin typeface="Trebuchet MS"/>
                <a:cs typeface="Trebuchet MS"/>
              </a:rPr>
              <a:t>E</a:t>
            </a:r>
            <a:endParaRPr sz="1050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54049" y="7560509"/>
            <a:ext cx="803846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120" dirty="0">
                <a:solidFill>
                  <a:srgbClr val="283493"/>
                </a:solidFill>
                <a:latin typeface="Trebuchet MS"/>
                <a:cs typeface="Trebuchet MS"/>
              </a:rPr>
              <a:t>KIET</a:t>
            </a:r>
            <a:r>
              <a:rPr sz="32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283493"/>
                </a:solidFill>
                <a:latin typeface="Trebuchet MS"/>
                <a:cs typeface="Trebuchet MS"/>
              </a:rPr>
              <a:t>GROUP</a:t>
            </a:r>
            <a:r>
              <a:rPr sz="32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3200" dirty="0">
                <a:solidFill>
                  <a:srgbClr val="283493"/>
                </a:solidFill>
                <a:latin typeface="Trebuchet MS"/>
                <a:cs typeface="Trebuchet MS"/>
              </a:rPr>
              <a:t>OF</a:t>
            </a:r>
            <a:r>
              <a:rPr sz="32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3200" spc="110" dirty="0">
                <a:solidFill>
                  <a:srgbClr val="283493"/>
                </a:solidFill>
                <a:latin typeface="Trebuchet MS"/>
                <a:cs typeface="Trebuchet MS"/>
              </a:rPr>
              <a:t>INSTITUTIONS,</a:t>
            </a:r>
            <a:r>
              <a:rPr sz="32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3200" spc="85" dirty="0">
                <a:solidFill>
                  <a:srgbClr val="283493"/>
                </a:solidFill>
                <a:latin typeface="Trebuchet MS"/>
                <a:cs typeface="Trebuchet MS"/>
              </a:rPr>
              <a:t>DELHI-</a:t>
            </a:r>
            <a:r>
              <a:rPr sz="3200" spc="75" dirty="0">
                <a:solidFill>
                  <a:srgbClr val="283493"/>
                </a:solidFill>
                <a:latin typeface="Trebuchet MS"/>
                <a:cs typeface="Trebuchet MS"/>
              </a:rPr>
              <a:t>NCR</a:t>
            </a:r>
            <a:endParaRPr sz="3200">
              <a:latin typeface="Trebuchet MS"/>
              <a:cs typeface="Trebuchet M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843034" y="0"/>
            <a:ext cx="9444990" cy="10287000"/>
            <a:chOff x="8843034" y="0"/>
            <a:chExt cx="9444990" cy="10287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72949" y="0"/>
              <a:ext cx="6115049" cy="1028699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843034" y="7405706"/>
              <a:ext cx="6193790" cy="2881630"/>
            </a:xfrm>
            <a:custGeom>
              <a:avLst/>
              <a:gdLst/>
              <a:ahLst/>
              <a:cxnLst/>
              <a:rect l="l" t="t" r="r" b="b"/>
              <a:pathLst>
                <a:path w="6193790" h="2881629">
                  <a:moveTo>
                    <a:pt x="6149780" y="2881292"/>
                  </a:moveTo>
                  <a:lnTo>
                    <a:pt x="0" y="2881292"/>
                  </a:lnTo>
                  <a:lnTo>
                    <a:pt x="5520" y="2863438"/>
                  </a:lnTo>
                  <a:lnTo>
                    <a:pt x="21223" y="2814405"/>
                  </a:lnTo>
                  <a:lnTo>
                    <a:pt x="37418" y="2765532"/>
                  </a:lnTo>
                  <a:lnTo>
                    <a:pt x="54102" y="2716824"/>
                  </a:lnTo>
                  <a:lnTo>
                    <a:pt x="71274" y="2668285"/>
                  </a:lnTo>
                  <a:lnTo>
                    <a:pt x="88931" y="2619921"/>
                  </a:lnTo>
                  <a:lnTo>
                    <a:pt x="107072" y="2571736"/>
                  </a:lnTo>
                  <a:lnTo>
                    <a:pt x="125694" y="2523735"/>
                  </a:lnTo>
                  <a:lnTo>
                    <a:pt x="144796" y="2475923"/>
                  </a:lnTo>
                  <a:lnTo>
                    <a:pt x="164375" y="2428304"/>
                  </a:lnTo>
                  <a:lnTo>
                    <a:pt x="184429" y="2380883"/>
                  </a:lnTo>
                  <a:lnTo>
                    <a:pt x="204956" y="2333665"/>
                  </a:lnTo>
                  <a:lnTo>
                    <a:pt x="225954" y="2286655"/>
                  </a:lnTo>
                  <a:lnTo>
                    <a:pt x="247422" y="2239857"/>
                  </a:lnTo>
                  <a:lnTo>
                    <a:pt x="269356" y="2193276"/>
                  </a:lnTo>
                  <a:lnTo>
                    <a:pt x="291756" y="2146917"/>
                  </a:lnTo>
                  <a:lnTo>
                    <a:pt x="314618" y="2100785"/>
                  </a:lnTo>
                  <a:lnTo>
                    <a:pt x="337941" y="2054884"/>
                  </a:lnTo>
                  <a:lnTo>
                    <a:pt x="361723" y="2009219"/>
                  </a:lnTo>
                  <a:lnTo>
                    <a:pt x="385962" y="1963796"/>
                  </a:lnTo>
                  <a:lnTo>
                    <a:pt x="410655" y="1918617"/>
                  </a:lnTo>
                  <a:lnTo>
                    <a:pt x="435801" y="1873689"/>
                  </a:lnTo>
                  <a:lnTo>
                    <a:pt x="461398" y="1829017"/>
                  </a:lnTo>
                  <a:lnTo>
                    <a:pt x="493904" y="1778506"/>
                  </a:lnTo>
                  <a:lnTo>
                    <a:pt x="536805" y="1738090"/>
                  </a:lnTo>
                  <a:lnTo>
                    <a:pt x="578857" y="1721181"/>
                  </a:lnTo>
                  <a:lnTo>
                    <a:pt x="624002" y="1717818"/>
                  </a:lnTo>
                  <a:lnTo>
                    <a:pt x="670624" y="1724713"/>
                  </a:lnTo>
                  <a:lnTo>
                    <a:pt x="717110" y="1738579"/>
                  </a:lnTo>
                  <a:lnTo>
                    <a:pt x="761842" y="1756131"/>
                  </a:lnTo>
                  <a:lnTo>
                    <a:pt x="1135495" y="1913426"/>
                  </a:lnTo>
                  <a:lnTo>
                    <a:pt x="1228727" y="1953102"/>
                  </a:lnTo>
                  <a:lnTo>
                    <a:pt x="1321758" y="1993154"/>
                  </a:lnTo>
                  <a:lnTo>
                    <a:pt x="1414526" y="2033697"/>
                  </a:lnTo>
                  <a:lnTo>
                    <a:pt x="1460791" y="2054190"/>
                  </a:lnTo>
                  <a:lnTo>
                    <a:pt x="1506966" y="2074849"/>
                  </a:lnTo>
                  <a:lnTo>
                    <a:pt x="1553043" y="2095690"/>
                  </a:lnTo>
                  <a:lnTo>
                    <a:pt x="1599014" y="2116727"/>
                  </a:lnTo>
                  <a:lnTo>
                    <a:pt x="1644871" y="2137975"/>
                  </a:lnTo>
                  <a:lnTo>
                    <a:pt x="1690607" y="2159447"/>
                  </a:lnTo>
                  <a:lnTo>
                    <a:pt x="1736212" y="2181160"/>
                  </a:lnTo>
                  <a:lnTo>
                    <a:pt x="1781680" y="2203127"/>
                  </a:lnTo>
                  <a:lnTo>
                    <a:pt x="1827002" y="2225363"/>
                  </a:lnTo>
                  <a:lnTo>
                    <a:pt x="1872170" y="2247883"/>
                  </a:lnTo>
                  <a:lnTo>
                    <a:pt x="1917177" y="2270701"/>
                  </a:lnTo>
                  <a:lnTo>
                    <a:pt x="1962014" y="2293832"/>
                  </a:lnTo>
                  <a:lnTo>
                    <a:pt x="2006673" y="2317291"/>
                  </a:lnTo>
                  <a:lnTo>
                    <a:pt x="2051146" y="2341092"/>
                  </a:lnTo>
                  <a:lnTo>
                    <a:pt x="2095426" y="2365249"/>
                  </a:lnTo>
                  <a:lnTo>
                    <a:pt x="2139505" y="2389778"/>
                  </a:lnTo>
                  <a:lnTo>
                    <a:pt x="2183373" y="2414693"/>
                  </a:lnTo>
                  <a:lnTo>
                    <a:pt x="2227024" y="2440008"/>
                  </a:lnTo>
                  <a:lnTo>
                    <a:pt x="2270450" y="2465739"/>
                  </a:lnTo>
                  <a:lnTo>
                    <a:pt x="2313642" y="2491899"/>
                  </a:lnTo>
                  <a:lnTo>
                    <a:pt x="2356593" y="2518504"/>
                  </a:lnTo>
                  <a:lnTo>
                    <a:pt x="2399294" y="2545568"/>
                  </a:lnTo>
                  <a:lnTo>
                    <a:pt x="2441737" y="2573105"/>
                  </a:lnTo>
                  <a:lnTo>
                    <a:pt x="2483916" y="2601131"/>
                  </a:lnTo>
                  <a:lnTo>
                    <a:pt x="2460984" y="2556765"/>
                  </a:lnTo>
                  <a:lnTo>
                    <a:pt x="2438757" y="2512042"/>
                  </a:lnTo>
                  <a:lnTo>
                    <a:pt x="2417238" y="2466974"/>
                  </a:lnTo>
                  <a:lnTo>
                    <a:pt x="2396432" y="2421573"/>
                  </a:lnTo>
                  <a:lnTo>
                    <a:pt x="2376342" y="2375850"/>
                  </a:lnTo>
                  <a:lnTo>
                    <a:pt x="2356973" y="2329817"/>
                  </a:lnTo>
                  <a:lnTo>
                    <a:pt x="2338328" y="2283486"/>
                  </a:lnTo>
                  <a:lnTo>
                    <a:pt x="2320412" y="2236868"/>
                  </a:lnTo>
                  <a:lnTo>
                    <a:pt x="2303229" y="2189975"/>
                  </a:lnTo>
                  <a:lnTo>
                    <a:pt x="2286783" y="2142818"/>
                  </a:lnTo>
                  <a:lnTo>
                    <a:pt x="2271078" y="2095410"/>
                  </a:lnTo>
                  <a:lnTo>
                    <a:pt x="2256117" y="2047761"/>
                  </a:lnTo>
                  <a:lnTo>
                    <a:pt x="2241905" y="1999884"/>
                  </a:lnTo>
                  <a:lnTo>
                    <a:pt x="2228447" y="1951789"/>
                  </a:lnTo>
                  <a:lnTo>
                    <a:pt x="2215745" y="1903490"/>
                  </a:lnTo>
                  <a:lnTo>
                    <a:pt x="2203805" y="1854997"/>
                  </a:lnTo>
                  <a:lnTo>
                    <a:pt x="2192630" y="1806321"/>
                  </a:lnTo>
                  <a:lnTo>
                    <a:pt x="2182224" y="1757476"/>
                  </a:lnTo>
                  <a:lnTo>
                    <a:pt x="2172592" y="1708471"/>
                  </a:lnTo>
                  <a:lnTo>
                    <a:pt x="2163862" y="1659672"/>
                  </a:lnTo>
                  <a:lnTo>
                    <a:pt x="2156141" y="1610561"/>
                  </a:lnTo>
                  <a:lnTo>
                    <a:pt x="2149658" y="1561227"/>
                  </a:lnTo>
                  <a:lnTo>
                    <a:pt x="2144646" y="1511759"/>
                  </a:lnTo>
                  <a:lnTo>
                    <a:pt x="2141333" y="1462245"/>
                  </a:lnTo>
                  <a:lnTo>
                    <a:pt x="2139951" y="1412777"/>
                  </a:lnTo>
                  <a:lnTo>
                    <a:pt x="2140729" y="1363442"/>
                  </a:lnTo>
                  <a:lnTo>
                    <a:pt x="2143899" y="1314329"/>
                  </a:lnTo>
                  <a:lnTo>
                    <a:pt x="2149691" y="1265529"/>
                  </a:lnTo>
                  <a:lnTo>
                    <a:pt x="2158335" y="1217129"/>
                  </a:lnTo>
                  <a:lnTo>
                    <a:pt x="2170062" y="1169220"/>
                  </a:lnTo>
                  <a:lnTo>
                    <a:pt x="2184927" y="1122185"/>
                  </a:lnTo>
                  <a:lnTo>
                    <a:pt x="2202645" y="1076362"/>
                  </a:lnTo>
                  <a:lnTo>
                    <a:pt x="2222965" y="1031680"/>
                  </a:lnTo>
                  <a:lnTo>
                    <a:pt x="2245636" y="988070"/>
                  </a:lnTo>
                  <a:lnTo>
                    <a:pt x="2270407" y="945463"/>
                  </a:lnTo>
                  <a:lnTo>
                    <a:pt x="2297026" y="903787"/>
                  </a:lnTo>
                  <a:lnTo>
                    <a:pt x="2325243" y="862974"/>
                  </a:lnTo>
                  <a:lnTo>
                    <a:pt x="2354805" y="822954"/>
                  </a:lnTo>
                  <a:lnTo>
                    <a:pt x="2385463" y="783656"/>
                  </a:lnTo>
                  <a:lnTo>
                    <a:pt x="2416964" y="745011"/>
                  </a:lnTo>
                  <a:lnTo>
                    <a:pt x="2449058" y="706949"/>
                  </a:lnTo>
                  <a:lnTo>
                    <a:pt x="2481493" y="669400"/>
                  </a:lnTo>
                  <a:lnTo>
                    <a:pt x="2513939" y="632452"/>
                  </a:lnTo>
                  <a:lnTo>
                    <a:pt x="2546795" y="595668"/>
                  </a:lnTo>
                  <a:lnTo>
                    <a:pt x="2580084" y="559128"/>
                  </a:lnTo>
                  <a:lnTo>
                    <a:pt x="2613831" y="522913"/>
                  </a:lnTo>
                  <a:lnTo>
                    <a:pt x="2648059" y="487104"/>
                  </a:lnTo>
                  <a:lnTo>
                    <a:pt x="2682793" y="451780"/>
                  </a:lnTo>
                  <a:lnTo>
                    <a:pt x="2718056" y="417024"/>
                  </a:lnTo>
                  <a:lnTo>
                    <a:pt x="2753871" y="382914"/>
                  </a:lnTo>
                  <a:lnTo>
                    <a:pt x="2790263" y="349531"/>
                  </a:lnTo>
                  <a:lnTo>
                    <a:pt x="2827256" y="316957"/>
                  </a:lnTo>
                  <a:lnTo>
                    <a:pt x="2864873" y="285271"/>
                  </a:lnTo>
                  <a:lnTo>
                    <a:pt x="2903138" y="254554"/>
                  </a:lnTo>
                  <a:lnTo>
                    <a:pt x="2942076" y="224887"/>
                  </a:lnTo>
                  <a:lnTo>
                    <a:pt x="2981709" y="196349"/>
                  </a:lnTo>
                  <a:lnTo>
                    <a:pt x="3022062" y="169022"/>
                  </a:lnTo>
                  <a:lnTo>
                    <a:pt x="3063159" y="142986"/>
                  </a:lnTo>
                  <a:lnTo>
                    <a:pt x="3105023" y="118322"/>
                  </a:lnTo>
                  <a:lnTo>
                    <a:pt x="3147679" y="95110"/>
                  </a:lnTo>
                  <a:lnTo>
                    <a:pt x="3191149" y="73430"/>
                  </a:lnTo>
                  <a:lnTo>
                    <a:pt x="3235459" y="53363"/>
                  </a:lnTo>
                  <a:lnTo>
                    <a:pt x="3280631" y="34989"/>
                  </a:lnTo>
                  <a:lnTo>
                    <a:pt x="3326690" y="18390"/>
                  </a:lnTo>
                  <a:lnTo>
                    <a:pt x="3397362" y="871"/>
                  </a:lnTo>
                  <a:lnTo>
                    <a:pt x="3433005" y="0"/>
                  </a:lnTo>
                  <a:lnTo>
                    <a:pt x="3467567" y="7715"/>
                  </a:lnTo>
                  <a:lnTo>
                    <a:pt x="3510469" y="35393"/>
                  </a:lnTo>
                  <a:lnTo>
                    <a:pt x="3541764" y="76786"/>
                  </a:lnTo>
                  <a:lnTo>
                    <a:pt x="3564342" y="126211"/>
                  </a:lnTo>
                  <a:lnTo>
                    <a:pt x="3581092" y="177981"/>
                  </a:lnTo>
                  <a:lnTo>
                    <a:pt x="3700796" y="591144"/>
                  </a:lnTo>
                  <a:lnTo>
                    <a:pt x="3714546" y="639247"/>
                  </a:lnTo>
                  <a:lnTo>
                    <a:pt x="3728044" y="687489"/>
                  </a:lnTo>
                  <a:lnTo>
                    <a:pt x="3741158" y="735865"/>
                  </a:lnTo>
                  <a:lnTo>
                    <a:pt x="3753753" y="784371"/>
                  </a:lnTo>
                  <a:lnTo>
                    <a:pt x="3765695" y="833005"/>
                  </a:lnTo>
                  <a:lnTo>
                    <a:pt x="3776851" y="881764"/>
                  </a:lnTo>
                  <a:lnTo>
                    <a:pt x="3787085" y="930643"/>
                  </a:lnTo>
                  <a:lnTo>
                    <a:pt x="3796265" y="979640"/>
                  </a:lnTo>
                  <a:lnTo>
                    <a:pt x="3804256" y="1028751"/>
                  </a:lnTo>
                  <a:lnTo>
                    <a:pt x="3810924" y="1077972"/>
                  </a:lnTo>
                  <a:lnTo>
                    <a:pt x="3816136" y="1127302"/>
                  </a:lnTo>
                  <a:lnTo>
                    <a:pt x="3819757" y="1176735"/>
                  </a:lnTo>
                  <a:lnTo>
                    <a:pt x="3821653" y="1226269"/>
                  </a:lnTo>
                  <a:lnTo>
                    <a:pt x="3821690" y="1275900"/>
                  </a:lnTo>
                  <a:lnTo>
                    <a:pt x="3819735" y="1325625"/>
                  </a:lnTo>
                  <a:lnTo>
                    <a:pt x="3815809" y="1374320"/>
                  </a:lnTo>
                  <a:lnTo>
                    <a:pt x="3810019" y="1422666"/>
                  </a:lnTo>
                  <a:lnTo>
                    <a:pt x="3802517" y="1470693"/>
                  </a:lnTo>
                  <a:lnTo>
                    <a:pt x="3793455" y="1518431"/>
                  </a:lnTo>
                  <a:lnTo>
                    <a:pt x="3782986" y="1565910"/>
                  </a:lnTo>
                  <a:lnTo>
                    <a:pt x="3771261" y="1613160"/>
                  </a:lnTo>
                  <a:lnTo>
                    <a:pt x="3758432" y="1660210"/>
                  </a:lnTo>
                  <a:lnTo>
                    <a:pt x="3744653" y="1707091"/>
                  </a:lnTo>
                  <a:lnTo>
                    <a:pt x="3730075" y="1753832"/>
                  </a:lnTo>
                  <a:lnTo>
                    <a:pt x="3714851" y="1800463"/>
                  </a:lnTo>
                  <a:lnTo>
                    <a:pt x="3699132" y="1847014"/>
                  </a:lnTo>
                  <a:lnTo>
                    <a:pt x="3683071" y="1893514"/>
                  </a:lnTo>
                  <a:lnTo>
                    <a:pt x="3634357" y="2033013"/>
                  </a:lnTo>
                  <a:lnTo>
                    <a:pt x="3618450" y="2079612"/>
                  </a:lnTo>
                  <a:lnTo>
                    <a:pt x="3602962" y="2126309"/>
                  </a:lnTo>
                  <a:lnTo>
                    <a:pt x="3588044" y="2173135"/>
                  </a:lnTo>
                  <a:lnTo>
                    <a:pt x="3573851" y="2220120"/>
                  </a:lnTo>
                  <a:lnTo>
                    <a:pt x="3560533" y="2267294"/>
                  </a:lnTo>
                  <a:lnTo>
                    <a:pt x="3548243" y="2314686"/>
                  </a:lnTo>
                  <a:lnTo>
                    <a:pt x="3537133" y="2362327"/>
                  </a:lnTo>
                  <a:lnTo>
                    <a:pt x="3527355" y="2410245"/>
                  </a:lnTo>
                  <a:lnTo>
                    <a:pt x="3519062" y="2458472"/>
                  </a:lnTo>
                  <a:lnTo>
                    <a:pt x="3553470" y="2420145"/>
                  </a:lnTo>
                  <a:lnTo>
                    <a:pt x="3587965" y="2382018"/>
                  </a:lnTo>
                  <a:lnTo>
                    <a:pt x="3622571" y="2344119"/>
                  </a:lnTo>
                  <a:lnTo>
                    <a:pt x="3657307" y="2306474"/>
                  </a:lnTo>
                  <a:lnTo>
                    <a:pt x="3692197" y="2269111"/>
                  </a:lnTo>
                  <a:lnTo>
                    <a:pt x="3727262" y="2232058"/>
                  </a:lnTo>
                  <a:lnTo>
                    <a:pt x="3762523" y="2195342"/>
                  </a:lnTo>
                  <a:lnTo>
                    <a:pt x="3798003" y="2158992"/>
                  </a:lnTo>
                  <a:lnTo>
                    <a:pt x="3833723" y="2123033"/>
                  </a:lnTo>
                  <a:lnTo>
                    <a:pt x="3869704" y="2087495"/>
                  </a:lnTo>
                  <a:lnTo>
                    <a:pt x="3905969" y="2052403"/>
                  </a:lnTo>
                  <a:lnTo>
                    <a:pt x="3942540" y="2017787"/>
                  </a:lnTo>
                  <a:lnTo>
                    <a:pt x="3979438" y="1983673"/>
                  </a:lnTo>
                  <a:lnTo>
                    <a:pt x="4016684" y="1950089"/>
                  </a:lnTo>
                  <a:lnTo>
                    <a:pt x="4054301" y="1917062"/>
                  </a:lnTo>
                  <a:lnTo>
                    <a:pt x="4092311" y="1884620"/>
                  </a:lnTo>
                  <a:lnTo>
                    <a:pt x="4130734" y="1852791"/>
                  </a:lnTo>
                  <a:lnTo>
                    <a:pt x="4169594" y="1821601"/>
                  </a:lnTo>
                  <a:lnTo>
                    <a:pt x="4208911" y="1791079"/>
                  </a:lnTo>
                  <a:lnTo>
                    <a:pt x="4248707" y="1761252"/>
                  </a:lnTo>
                  <a:lnTo>
                    <a:pt x="4289005" y="1732148"/>
                  </a:lnTo>
                  <a:lnTo>
                    <a:pt x="4329825" y="1703793"/>
                  </a:lnTo>
                  <a:lnTo>
                    <a:pt x="4371190" y="1676217"/>
                  </a:lnTo>
                  <a:lnTo>
                    <a:pt x="4413122" y="1649445"/>
                  </a:lnTo>
                  <a:lnTo>
                    <a:pt x="4455641" y="1623506"/>
                  </a:lnTo>
                  <a:lnTo>
                    <a:pt x="4498771" y="1598426"/>
                  </a:lnTo>
                  <a:lnTo>
                    <a:pt x="4542532" y="1574235"/>
                  </a:lnTo>
                  <a:lnTo>
                    <a:pt x="4586946" y="1550958"/>
                  </a:lnTo>
                  <a:lnTo>
                    <a:pt x="4632036" y="1528625"/>
                  </a:lnTo>
                  <a:lnTo>
                    <a:pt x="4677822" y="1507261"/>
                  </a:lnTo>
                  <a:lnTo>
                    <a:pt x="4724327" y="1486895"/>
                  </a:lnTo>
                  <a:lnTo>
                    <a:pt x="4771572" y="1467554"/>
                  </a:lnTo>
                  <a:lnTo>
                    <a:pt x="4819580" y="1449266"/>
                  </a:lnTo>
                  <a:lnTo>
                    <a:pt x="4884263" y="1429379"/>
                  </a:lnTo>
                  <a:lnTo>
                    <a:pt x="4917390" y="1424415"/>
                  </a:lnTo>
                  <a:lnTo>
                    <a:pt x="4950775" y="1424993"/>
                  </a:lnTo>
                  <a:lnTo>
                    <a:pt x="5001269" y="1438199"/>
                  </a:lnTo>
                  <a:lnTo>
                    <a:pt x="5049306" y="1459818"/>
                  </a:lnTo>
                  <a:lnTo>
                    <a:pt x="5138807" y="1503484"/>
                  </a:lnTo>
                  <a:lnTo>
                    <a:pt x="5183479" y="1525591"/>
                  </a:lnTo>
                  <a:lnTo>
                    <a:pt x="5228028" y="1547967"/>
                  </a:lnTo>
                  <a:lnTo>
                    <a:pt x="5272404" y="1570679"/>
                  </a:lnTo>
                  <a:lnTo>
                    <a:pt x="5316554" y="1593793"/>
                  </a:lnTo>
                  <a:lnTo>
                    <a:pt x="5360426" y="1617375"/>
                  </a:lnTo>
                  <a:lnTo>
                    <a:pt x="5403970" y="1641490"/>
                  </a:lnTo>
                  <a:lnTo>
                    <a:pt x="5447132" y="1666204"/>
                  </a:lnTo>
                  <a:lnTo>
                    <a:pt x="5489862" y="1691584"/>
                  </a:lnTo>
                  <a:lnTo>
                    <a:pt x="5532106" y="1717694"/>
                  </a:lnTo>
                  <a:lnTo>
                    <a:pt x="5573815" y="1744602"/>
                  </a:lnTo>
                  <a:lnTo>
                    <a:pt x="5614934" y="1772372"/>
                  </a:lnTo>
                  <a:lnTo>
                    <a:pt x="5655414" y="1801071"/>
                  </a:lnTo>
                  <a:lnTo>
                    <a:pt x="5695202" y="1830764"/>
                  </a:lnTo>
                  <a:lnTo>
                    <a:pt x="5734246" y="1861518"/>
                  </a:lnTo>
                  <a:lnTo>
                    <a:pt x="5772484" y="1893456"/>
                  </a:lnTo>
                  <a:lnTo>
                    <a:pt x="5809812" y="1926639"/>
                  </a:lnTo>
                  <a:lnTo>
                    <a:pt x="5846116" y="1961044"/>
                  </a:lnTo>
                  <a:lnTo>
                    <a:pt x="5881284" y="1996645"/>
                  </a:lnTo>
                  <a:lnTo>
                    <a:pt x="5915203" y="2033416"/>
                  </a:lnTo>
                  <a:lnTo>
                    <a:pt x="5947757" y="2071333"/>
                  </a:lnTo>
                  <a:lnTo>
                    <a:pt x="5978835" y="2110370"/>
                  </a:lnTo>
                  <a:lnTo>
                    <a:pt x="6008323" y="2150501"/>
                  </a:lnTo>
                  <a:lnTo>
                    <a:pt x="6036108" y="2191703"/>
                  </a:lnTo>
                  <a:lnTo>
                    <a:pt x="6062075" y="2233948"/>
                  </a:lnTo>
                  <a:lnTo>
                    <a:pt x="6086112" y="2277213"/>
                  </a:lnTo>
                  <a:lnTo>
                    <a:pt x="6108106" y="2321471"/>
                  </a:lnTo>
                  <a:lnTo>
                    <a:pt x="6127942" y="2366698"/>
                  </a:lnTo>
                  <a:lnTo>
                    <a:pt x="6145508" y="2412868"/>
                  </a:lnTo>
                  <a:lnTo>
                    <a:pt x="6160689" y="2459957"/>
                  </a:lnTo>
                  <a:lnTo>
                    <a:pt x="6173374" y="2507938"/>
                  </a:lnTo>
                  <a:lnTo>
                    <a:pt x="6183025" y="2554968"/>
                  </a:lnTo>
                  <a:lnTo>
                    <a:pt x="6189779" y="2602606"/>
                  </a:lnTo>
                  <a:lnTo>
                    <a:pt x="6193272" y="2650530"/>
                  </a:lnTo>
                  <a:lnTo>
                    <a:pt x="6193137" y="2698419"/>
                  </a:lnTo>
                  <a:lnTo>
                    <a:pt x="6189009" y="2745950"/>
                  </a:lnTo>
                  <a:lnTo>
                    <a:pt x="6180520" y="2792804"/>
                  </a:lnTo>
                  <a:lnTo>
                    <a:pt x="6167306" y="2838658"/>
                  </a:lnTo>
                  <a:lnTo>
                    <a:pt x="6149780" y="2881292"/>
                  </a:lnTo>
                  <a:close/>
                </a:path>
              </a:pathLst>
            </a:custGeom>
            <a:solidFill>
              <a:srgbClr val="1A237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5167621" y="7350028"/>
            <a:ext cx="3120390" cy="2937510"/>
          </a:xfrm>
          <a:custGeom>
            <a:avLst/>
            <a:gdLst/>
            <a:ahLst/>
            <a:cxnLst/>
            <a:rect l="l" t="t" r="r" b="b"/>
            <a:pathLst>
              <a:path w="3120390" h="2937509">
                <a:moveTo>
                  <a:pt x="3120376" y="2461604"/>
                </a:moveTo>
                <a:lnTo>
                  <a:pt x="2535259" y="2461604"/>
                </a:lnTo>
                <a:lnTo>
                  <a:pt x="2512328" y="2417238"/>
                </a:lnTo>
                <a:lnTo>
                  <a:pt x="2490101" y="2372515"/>
                </a:lnTo>
                <a:lnTo>
                  <a:pt x="2468582" y="2327447"/>
                </a:lnTo>
                <a:lnTo>
                  <a:pt x="2447776" y="2282046"/>
                </a:lnTo>
                <a:lnTo>
                  <a:pt x="2427686" y="2236324"/>
                </a:lnTo>
                <a:lnTo>
                  <a:pt x="2408317" y="2190291"/>
                </a:lnTo>
                <a:lnTo>
                  <a:pt x="2389672" y="2143959"/>
                </a:lnTo>
                <a:lnTo>
                  <a:pt x="2371756" y="2097341"/>
                </a:lnTo>
                <a:lnTo>
                  <a:pt x="2354573" y="2050448"/>
                </a:lnTo>
                <a:lnTo>
                  <a:pt x="2338127" y="2003292"/>
                </a:lnTo>
                <a:lnTo>
                  <a:pt x="2322514" y="1956164"/>
                </a:lnTo>
                <a:lnTo>
                  <a:pt x="2307461" y="1908234"/>
                </a:lnTo>
                <a:lnTo>
                  <a:pt x="2293249" y="1860357"/>
                </a:lnTo>
                <a:lnTo>
                  <a:pt x="2279791" y="1812263"/>
                </a:lnTo>
                <a:lnTo>
                  <a:pt x="2267089" y="1763963"/>
                </a:lnTo>
                <a:lnTo>
                  <a:pt x="2255149" y="1715470"/>
                </a:lnTo>
                <a:lnTo>
                  <a:pt x="2243974" y="1666795"/>
                </a:lnTo>
                <a:lnTo>
                  <a:pt x="2233568" y="1617949"/>
                </a:lnTo>
                <a:lnTo>
                  <a:pt x="2223936" y="1568945"/>
                </a:lnTo>
                <a:lnTo>
                  <a:pt x="2215206" y="1520146"/>
                </a:lnTo>
                <a:lnTo>
                  <a:pt x="2207484" y="1471035"/>
                </a:lnTo>
                <a:lnTo>
                  <a:pt x="2201002" y="1421700"/>
                </a:lnTo>
                <a:lnTo>
                  <a:pt x="2195990" y="1372232"/>
                </a:lnTo>
                <a:lnTo>
                  <a:pt x="2192677" y="1322719"/>
                </a:lnTo>
                <a:lnTo>
                  <a:pt x="2191295" y="1273250"/>
                </a:lnTo>
                <a:lnTo>
                  <a:pt x="2192073" y="1223915"/>
                </a:lnTo>
                <a:lnTo>
                  <a:pt x="2195243" y="1174803"/>
                </a:lnTo>
                <a:lnTo>
                  <a:pt x="2201035" y="1126002"/>
                </a:lnTo>
                <a:lnTo>
                  <a:pt x="2209679" y="1077603"/>
                </a:lnTo>
                <a:lnTo>
                  <a:pt x="2221406" y="1029694"/>
                </a:lnTo>
                <a:lnTo>
                  <a:pt x="2236271" y="982659"/>
                </a:lnTo>
                <a:lnTo>
                  <a:pt x="2253989" y="936835"/>
                </a:lnTo>
                <a:lnTo>
                  <a:pt x="2274309" y="892154"/>
                </a:lnTo>
                <a:lnTo>
                  <a:pt x="2296980" y="848544"/>
                </a:lnTo>
                <a:lnTo>
                  <a:pt x="2321751" y="805936"/>
                </a:lnTo>
                <a:lnTo>
                  <a:pt x="2348370" y="764261"/>
                </a:lnTo>
                <a:lnTo>
                  <a:pt x="2376587" y="723448"/>
                </a:lnTo>
                <a:lnTo>
                  <a:pt x="2406149" y="683427"/>
                </a:lnTo>
                <a:lnTo>
                  <a:pt x="2436807" y="644129"/>
                </a:lnTo>
                <a:lnTo>
                  <a:pt x="2468308" y="605484"/>
                </a:lnTo>
                <a:lnTo>
                  <a:pt x="2500402" y="567422"/>
                </a:lnTo>
                <a:lnTo>
                  <a:pt x="2532837" y="529874"/>
                </a:lnTo>
                <a:lnTo>
                  <a:pt x="2565283" y="492926"/>
                </a:lnTo>
                <a:lnTo>
                  <a:pt x="2598139" y="456141"/>
                </a:lnTo>
                <a:lnTo>
                  <a:pt x="2631428" y="419602"/>
                </a:lnTo>
                <a:lnTo>
                  <a:pt x="2665175" y="383387"/>
                </a:lnTo>
                <a:lnTo>
                  <a:pt x="2699403" y="347577"/>
                </a:lnTo>
                <a:lnTo>
                  <a:pt x="2734137" y="312254"/>
                </a:lnTo>
                <a:lnTo>
                  <a:pt x="2769399" y="277497"/>
                </a:lnTo>
                <a:lnTo>
                  <a:pt x="2805215" y="243387"/>
                </a:lnTo>
                <a:lnTo>
                  <a:pt x="2841607" y="210005"/>
                </a:lnTo>
                <a:lnTo>
                  <a:pt x="2878600" y="177430"/>
                </a:lnTo>
                <a:lnTo>
                  <a:pt x="2916217" y="145744"/>
                </a:lnTo>
                <a:lnTo>
                  <a:pt x="2954482" y="115028"/>
                </a:lnTo>
                <a:lnTo>
                  <a:pt x="2993420" y="85360"/>
                </a:lnTo>
                <a:lnTo>
                  <a:pt x="3033053" y="56823"/>
                </a:lnTo>
                <a:lnTo>
                  <a:pt x="3073406" y="29496"/>
                </a:lnTo>
                <a:lnTo>
                  <a:pt x="3114503" y="3460"/>
                </a:lnTo>
                <a:lnTo>
                  <a:pt x="3120376" y="0"/>
                </a:lnTo>
                <a:lnTo>
                  <a:pt x="3120376" y="2461604"/>
                </a:lnTo>
                <a:close/>
              </a:path>
              <a:path w="3120390" h="2937509">
                <a:moveTo>
                  <a:pt x="3120376" y="2936970"/>
                </a:moveTo>
                <a:lnTo>
                  <a:pt x="0" y="2936970"/>
                </a:lnTo>
                <a:lnTo>
                  <a:pt x="3142" y="2918893"/>
                </a:lnTo>
                <a:lnTo>
                  <a:pt x="14336" y="2869907"/>
                </a:lnTo>
                <a:lnTo>
                  <a:pt x="27416" y="2821302"/>
                </a:lnTo>
                <a:lnTo>
                  <a:pt x="41655" y="2773101"/>
                </a:lnTo>
                <a:lnTo>
                  <a:pt x="56864" y="2723912"/>
                </a:lnTo>
                <a:lnTo>
                  <a:pt x="72567" y="2674879"/>
                </a:lnTo>
                <a:lnTo>
                  <a:pt x="88762" y="2626005"/>
                </a:lnTo>
                <a:lnTo>
                  <a:pt x="105446" y="2577297"/>
                </a:lnTo>
                <a:lnTo>
                  <a:pt x="122618" y="2528759"/>
                </a:lnTo>
                <a:lnTo>
                  <a:pt x="140275" y="2480394"/>
                </a:lnTo>
                <a:lnTo>
                  <a:pt x="158416" y="2432210"/>
                </a:lnTo>
                <a:lnTo>
                  <a:pt x="177038" y="2384209"/>
                </a:lnTo>
                <a:lnTo>
                  <a:pt x="196140" y="2336396"/>
                </a:lnTo>
                <a:lnTo>
                  <a:pt x="215718" y="2288777"/>
                </a:lnTo>
                <a:lnTo>
                  <a:pt x="235772" y="2241356"/>
                </a:lnTo>
                <a:lnTo>
                  <a:pt x="256300" y="2194138"/>
                </a:lnTo>
                <a:lnTo>
                  <a:pt x="277298" y="2147128"/>
                </a:lnTo>
                <a:lnTo>
                  <a:pt x="298765" y="2100330"/>
                </a:lnTo>
                <a:lnTo>
                  <a:pt x="320700" y="2053750"/>
                </a:lnTo>
                <a:lnTo>
                  <a:pt x="343099" y="2007391"/>
                </a:lnTo>
                <a:lnTo>
                  <a:pt x="365962" y="1961259"/>
                </a:lnTo>
                <a:lnTo>
                  <a:pt x="389285" y="1915358"/>
                </a:lnTo>
                <a:lnTo>
                  <a:pt x="413067" y="1869693"/>
                </a:lnTo>
                <a:lnTo>
                  <a:pt x="437306" y="1824269"/>
                </a:lnTo>
                <a:lnTo>
                  <a:pt x="461999" y="1779091"/>
                </a:lnTo>
                <a:lnTo>
                  <a:pt x="487145" y="1734163"/>
                </a:lnTo>
                <a:lnTo>
                  <a:pt x="512742" y="1689490"/>
                </a:lnTo>
                <a:lnTo>
                  <a:pt x="545247" y="1638980"/>
                </a:lnTo>
                <a:lnTo>
                  <a:pt x="588149" y="1598564"/>
                </a:lnTo>
                <a:lnTo>
                  <a:pt x="630201" y="1581655"/>
                </a:lnTo>
                <a:lnTo>
                  <a:pt x="675346" y="1578291"/>
                </a:lnTo>
                <a:lnTo>
                  <a:pt x="721968" y="1585186"/>
                </a:lnTo>
                <a:lnTo>
                  <a:pt x="768453" y="1599053"/>
                </a:lnTo>
                <a:lnTo>
                  <a:pt x="813186" y="1616605"/>
                </a:lnTo>
                <a:lnTo>
                  <a:pt x="1373102" y="1853627"/>
                </a:lnTo>
                <a:lnTo>
                  <a:pt x="1558310" y="1935323"/>
                </a:lnTo>
                <a:lnTo>
                  <a:pt x="1696215" y="1998448"/>
                </a:lnTo>
                <a:lnTo>
                  <a:pt x="1787556" y="2041634"/>
                </a:lnTo>
                <a:lnTo>
                  <a:pt x="1878346" y="2085837"/>
                </a:lnTo>
                <a:lnTo>
                  <a:pt x="1968521" y="2131175"/>
                </a:lnTo>
                <a:lnTo>
                  <a:pt x="2058017" y="2177764"/>
                </a:lnTo>
                <a:lnTo>
                  <a:pt x="2102490" y="2201565"/>
                </a:lnTo>
                <a:lnTo>
                  <a:pt x="2146770" y="2225723"/>
                </a:lnTo>
                <a:lnTo>
                  <a:pt x="2190848" y="2250251"/>
                </a:lnTo>
                <a:lnTo>
                  <a:pt x="2234717" y="2275166"/>
                </a:lnTo>
                <a:lnTo>
                  <a:pt x="2278368" y="2300482"/>
                </a:lnTo>
                <a:lnTo>
                  <a:pt x="2321794" y="2326212"/>
                </a:lnTo>
                <a:lnTo>
                  <a:pt x="2364986" y="2352373"/>
                </a:lnTo>
                <a:lnTo>
                  <a:pt x="2407936" y="2378977"/>
                </a:lnTo>
                <a:lnTo>
                  <a:pt x="2450638" y="2406041"/>
                </a:lnTo>
                <a:lnTo>
                  <a:pt x="2493081" y="2433579"/>
                </a:lnTo>
                <a:lnTo>
                  <a:pt x="2535259" y="2461604"/>
                </a:lnTo>
                <a:lnTo>
                  <a:pt x="3120376" y="2461604"/>
                </a:lnTo>
                <a:lnTo>
                  <a:pt x="3120376" y="2936970"/>
                </a:lnTo>
                <a:close/>
              </a:path>
            </a:pathLst>
          </a:custGeom>
          <a:solidFill>
            <a:srgbClr val="1A2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54049" y="1479581"/>
            <a:ext cx="9545320" cy="3206750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>
              <a:lnSpc>
                <a:spcPts val="8330"/>
              </a:lnSpc>
              <a:spcBef>
                <a:spcPts val="259"/>
              </a:spcBef>
            </a:pPr>
            <a:r>
              <a:rPr dirty="0"/>
              <a:t>Project</a:t>
            </a:r>
            <a:r>
              <a:rPr spc="-145" dirty="0"/>
              <a:t> </a:t>
            </a:r>
            <a:r>
              <a:rPr spc="-10" dirty="0"/>
              <a:t>Overview: </a:t>
            </a:r>
            <a:r>
              <a:rPr spc="150" dirty="0"/>
              <a:t>Evolving</a:t>
            </a:r>
            <a:r>
              <a:rPr spc="60" dirty="0"/>
              <a:t> </a:t>
            </a:r>
            <a:r>
              <a:rPr spc="105" dirty="0"/>
              <a:t>to</a:t>
            </a:r>
            <a:r>
              <a:rPr spc="65" dirty="0"/>
              <a:t> </a:t>
            </a:r>
            <a:r>
              <a:rPr spc="165" dirty="0"/>
              <a:t>Dynamic</a:t>
            </a:r>
            <a:r>
              <a:rPr spc="65" dirty="0"/>
              <a:t> </a:t>
            </a:r>
            <a:r>
              <a:rPr spc="110" dirty="0"/>
              <a:t>E- </a:t>
            </a:r>
            <a:r>
              <a:rPr spc="185" dirty="0"/>
              <a:t>Commerce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54049" y="5279128"/>
            <a:ext cx="9657715" cy="1613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FUNCTIONAL,</a:t>
            </a:r>
            <a:r>
              <a:rPr sz="2400" spc="195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USER-CENTRIC</a:t>
            </a:r>
            <a:r>
              <a:rPr sz="2400" spc="200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49AB"/>
                </a:solidFill>
                <a:latin typeface="Tahoma"/>
                <a:cs typeface="Tahoma"/>
              </a:rPr>
              <a:t>PLATFORM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283493"/>
                </a:solidFill>
                <a:latin typeface="Trebuchet MS"/>
                <a:cs typeface="Trebuchet MS"/>
              </a:rPr>
              <a:t>INNOVEXA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STORE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transforms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from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static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HTML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site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to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283493"/>
                </a:solidFill>
                <a:latin typeface="Trebuchet MS"/>
                <a:cs typeface="Trebuchet MS"/>
              </a:rPr>
              <a:t>dynamic,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responsive</a:t>
            </a:r>
            <a:r>
              <a:rPr sz="2100" b="1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e-commerce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application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focused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on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user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engagement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efficiency.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Project</a:t>
            </a:r>
            <a:r>
              <a:rPr spc="-145" dirty="0"/>
              <a:t> </a:t>
            </a:r>
            <a:r>
              <a:rPr spc="100" dirty="0"/>
              <a:t>Objectives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21974" y="1535817"/>
            <a:ext cx="51606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ROBUST</a:t>
            </a:r>
            <a:r>
              <a:rPr sz="2400" spc="-80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3849AB"/>
                </a:solidFill>
                <a:latin typeface="Tahoma"/>
                <a:cs typeface="Tahoma"/>
              </a:rPr>
              <a:t>FRONT-</a:t>
            </a:r>
            <a:r>
              <a:rPr sz="2400" spc="-35" dirty="0">
                <a:solidFill>
                  <a:srgbClr val="3849AB"/>
                </a:solidFill>
                <a:latin typeface="Tahoma"/>
                <a:cs typeface="Tahoma"/>
              </a:rPr>
              <a:t>END</a:t>
            </a:r>
            <a:r>
              <a:rPr sz="2400" spc="-80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49AB"/>
                </a:solidFill>
                <a:latin typeface="Tahoma"/>
                <a:cs typeface="Tahoma"/>
              </a:rPr>
              <a:t>ARCHITECTURE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21974" y="2388676"/>
            <a:ext cx="6640195" cy="6500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9554">
              <a:lnSpc>
                <a:spcPct val="114900"/>
              </a:lnSpc>
              <a:spcBef>
                <a:spcPts val="100"/>
              </a:spcBef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Establishing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solid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architecture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will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enhance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user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experience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through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65" dirty="0">
                <a:solidFill>
                  <a:srgbClr val="283493"/>
                </a:solidFill>
                <a:latin typeface="Trebuchet MS"/>
                <a:cs typeface="Trebuchet MS"/>
              </a:rPr>
              <a:t>efficient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navigation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seamless interactions</a:t>
            </a:r>
            <a:r>
              <a:rPr sz="2100" spc="-10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within</a:t>
            </a:r>
            <a:r>
              <a:rPr sz="2100" spc="-10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-10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e-commerce</a:t>
            </a:r>
            <a:r>
              <a:rPr sz="2100" spc="-10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platform.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1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FUNCTIONAL</a:t>
            </a:r>
            <a:r>
              <a:rPr sz="2400" spc="160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3849AB"/>
                </a:solidFill>
                <a:latin typeface="Tahoma"/>
                <a:cs typeface="Tahoma"/>
              </a:rPr>
              <a:t>LOGIC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400">
              <a:latin typeface="Tahoma"/>
              <a:cs typeface="Tahoma"/>
            </a:endParaRPr>
          </a:p>
          <a:p>
            <a:pPr marL="12700" marR="5080" algn="just">
              <a:lnSpc>
                <a:spcPct val="114900"/>
              </a:lnSpc>
              <a:spcBef>
                <a:spcPts val="5"/>
              </a:spcBef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Implementing dynamic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logic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ensures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real-</a:t>
            </a:r>
            <a:r>
              <a:rPr sz="2100" spc="-50" dirty="0">
                <a:solidFill>
                  <a:srgbClr val="283493"/>
                </a:solidFill>
                <a:latin typeface="Trebuchet MS"/>
                <a:cs typeface="Trebuchet MS"/>
              </a:rPr>
              <a:t>time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updates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-9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product</a:t>
            </a:r>
            <a:r>
              <a:rPr sz="2100" spc="-9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rendering</a:t>
            </a:r>
            <a:r>
              <a:rPr sz="2100" spc="-9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cart</a:t>
            </a:r>
            <a:r>
              <a:rPr sz="2100" spc="-9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management,</a:t>
            </a:r>
            <a:r>
              <a:rPr sz="2100" spc="-9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improving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overall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performance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user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satisfaction.</a:t>
            </a: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21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69"/>
              </a:spcBef>
            </a:pPr>
            <a:endParaRPr sz="2100">
              <a:latin typeface="Trebuchet MS"/>
              <a:cs typeface="Trebuchet MS"/>
            </a:endParaRPr>
          </a:p>
          <a:p>
            <a:pPr marL="12700" algn="just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COMPONENTIZED</a:t>
            </a:r>
            <a:r>
              <a:rPr sz="2400" spc="-165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spc="35" dirty="0">
                <a:solidFill>
                  <a:srgbClr val="3849AB"/>
                </a:solidFill>
                <a:latin typeface="Tahoma"/>
                <a:cs typeface="Tahoma"/>
              </a:rPr>
              <a:t>UI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400">
              <a:latin typeface="Tahoma"/>
              <a:cs typeface="Tahoma"/>
            </a:endParaRPr>
          </a:p>
          <a:p>
            <a:pPr marL="12700" marR="212725">
              <a:lnSpc>
                <a:spcPct val="114900"/>
              </a:lnSpc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Developing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reusable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130" dirty="0">
                <a:solidFill>
                  <a:srgbClr val="283493"/>
                </a:solidFill>
                <a:latin typeface="Trebuchet MS"/>
                <a:cs typeface="Trebuchet MS"/>
              </a:rPr>
              <a:t>UI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components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promotes 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maintainability</a:t>
            </a:r>
            <a:r>
              <a:rPr sz="2100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scalability,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allowing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consistent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styling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easy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updates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283493"/>
                </a:solidFill>
                <a:latin typeface="Trebuchet MS"/>
                <a:cs typeface="Trebuchet MS"/>
              </a:rPr>
              <a:t>across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the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application.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7210502"/>
            <a:ext cx="3124835" cy="3076575"/>
          </a:xfrm>
          <a:custGeom>
            <a:avLst/>
            <a:gdLst/>
            <a:ahLst/>
            <a:cxnLst/>
            <a:rect l="l" t="t" r="r" b="b"/>
            <a:pathLst>
              <a:path w="3124835" h="3076575">
                <a:moveTo>
                  <a:pt x="2949434" y="3076497"/>
                </a:moveTo>
                <a:lnTo>
                  <a:pt x="0" y="3076497"/>
                </a:lnTo>
                <a:lnTo>
                  <a:pt x="0" y="139526"/>
                </a:lnTo>
                <a:lnTo>
                  <a:pt x="35991" y="118322"/>
                </a:lnTo>
                <a:lnTo>
                  <a:pt x="78646" y="95110"/>
                </a:lnTo>
                <a:lnTo>
                  <a:pt x="122117" y="73430"/>
                </a:lnTo>
                <a:lnTo>
                  <a:pt x="166426" y="53363"/>
                </a:lnTo>
                <a:lnTo>
                  <a:pt x="211599" y="34989"/>
                </a:lnTo>
                <a:lnTo>
                  <a:pt x="257657" y="18390"/>
                </a:lnTo>
                <a:lnTo>
                  <a:pt x="292960" y="7715"/>
                </a:lnTo>
                <a:lnTo>
                  <a:pt x="293175" y="7715"/>
                </a:lnTo>
                <a:lnTo>
                  <a:pt x="328330" y="871"/>
                </a:lnTo>
                <a:lnTo>
                  <a:pt x="398535" y="7715"/>
                </a:lnTo>
                <a:lnTo>
                  <a:pt x="441437" y="35393"/>
                </a:lnTo>
                <a:lnTo>
                  <a:pt x="472732" y="76786"/>
                </a:lnTo>
                <a:lnTo>
                  <a:pt x="495309" y="126211"/>
                </a:lnTo>
                <a:lnTo>
                  <a:pt x="512059" y="177981"/>
                </a:lnTo>
                <a:lnTo>
                  <a:pt x="631764" y="591144"/>
                </a:lnTo>
                <a:lnTo>
                  <a:pt x="645513" y="639247"/>
                </a:lnTo>
                <a:lnTo>
                  <a:pt x="659012" y="687489"/>
                </a:lnTo>
                <a:lnTo>
                  <a:pt x="672126" y="735865"/>
                </a:lnTo>
                <a:lnTo>
                  <a:pt x="684721" y="784371"/>
                </a:lnTo>
                <a:lnTo>
                  <a:pt x="696663" y="833005"/>
                </a:lnTo>
                <a:lnTo>
                  <a:pt x="707818" y="881764"/>
                </a:lnTo>
                <a:lnTo>
                  <a:pt x="718053" y="930643"/>
                </a:lnTo>
                <a:lnTo>
                  <a:pt x="727233" y="979640"/>
                </a:lnTo>
                <a:lnTo>
                  <a:pt x="735224" y="1028751"/>
                </a:lnTo>
                <a:lnTo>
                  <a:pt x="741892" y="1077972"/>
                </a:lnTo>
                <a:lnTo>
                  <a:pt x="747103" y="1127302"/>
                </a:lnTo>
                <a:lnTo>
                  <a:pt x="750724" y="1176735"/>
                </a:lnTo>
                <a:lnTo>
                  <a:pt x="752621" y="1226269"/>
                </a:lnTo>
                <a:lnTo>
                  <a:pt x="752658" y="1275900"/>
                </a:lnTo>
                <a:lnTo>
                  <a:pt x="750703" y="1325625"/>
                </a:lnTo>
                <a:lnTo>
                  <a:pt x="746777" y="1374320"/>
                </a:lnTo>
                <a:lnTo>
                  <a:pt x="740987" y="1422666"/>
                </a:lnTo>
                <a:lnTo>
                  <a:pt x="733485" y="1470693"/>
                </a:lnTo>
                <a:lnTo>
                  <a:pt x="724423" y="1518432"/>
                </a:lnTo>
                <a:lnTo>
                  <a:pt x="713953" y="1565911"/>
                </a:lnTo>
                <a:lnTo>
                  <a:pt x="702228" y="1613160"/>
                </a:lnTo>
                <a:lnTo>
                  <a:pt x="689400" y="1660210"/>
                </a:lnTo>
                <a:lnTo>
                  <a:pt x="675621" y="1707091"/>
                </a:lnTo>
                <a:lnTo>
                  <a:pt x="661043" y="1753832"/>
                </a:lnTo>
                <a:lnTo>
                  <a:pt x="645818" y="1800463"/>
                </a:lnTo>
                <a:lnTo>
                  <a:pt x="630099" y="1847014"/>
                </a:lnTo>
                <a:lnTo>
                  <a:pt x="614059" y="1893456"/>
                </a:lnTo>
                <a:lnTo>
                  <a:pt x="581499" y="1986484"/>
                </a:lnTo>
                <a:lnTo>
                  <a:pt x="565325" y="2033013"/>
                </a:lnTo>
                <a:lnTo>
                  <a:pt x="549418" y="2079612"/>
                </a:lnTo>
                <a:lnTo>
                  <a:pt x="533929" y="2126309"/>
                </a:lnTo>
                <a:lnTo>
                  <a:pt x="519012" y="2173135"/>
                </a:lnTo>
                <a:lnTo>
                  <a:pt x="504819" y="2220120"/>
                </a:lnTo>
                <a:lnTo>
                  <a:pt x="491500" y="2267294"/>
                </a:lnTo>
                <a:lnTo>
                  <a:pt x="479210" y="2314686"/>
                </a:lnTo>
                <a:lnTo>
                  <a:pt x="468100" y="2362327"/>
                </a:lnTo>
                <a:lnTo>
                  <a:pt x="458323" y="2410245"/>
                </a:lnTo>
                <a:lnTo>
                  <a:pt x="450029" y="2458472"/>
                </a:lnTo>
                <a:lnTo>
                  <a:pt x="3091178" y="2458472"/>
                </a:lnTo>
                <a:lnTo>
                  <a:pt x="3091657" y="2459957"/>
                </a:lnTo>
                <a:lnTo>
                  <a:pt x="3104342" y="2507938"/>
                </a:lnTo>
                <a:lnTo>
                  <a:pt x="3113992" y="2554968"/>
                </a:lnTo>
                <a:lnTo>
                  <a:pt x="3120747" y="2602606"/>
                </a:lnTo>
                <a:lnTo>
                  <a:pt x="3124240" y="2650530"/>
                </a:lnTo>
                <a:lnTo>
                  <a:pt x="3124105" y="2698419"/>
                </a:lnTo>
                <a:lnTo>
                  <a:pt x="3119976" y="2745950"/>
                </a:lnTo>
                <a:lnTo>
                  <a:pt x="3111488" y="2792804"/>
                </a:lnTo>
                <a:lnTo>
                  <a:pt x="3098273" y="2838658"/>
                </a:lnTo>
                <a:lnTo>
                  <a:pt x="3078454" y="2886873"/>
                </a:lnTo>
                <a:lnTo>
                  <a:pt x="3053965" y="2932938"/>
                </a:lnTo>
                <a:lnTo>
                  <a:pt x="3025881" y="2977082"/>
                </a:lnTo>
                <a:lnTo>
                  <a:pt x="2995276" y="3019533"/>
                </a:lnTo>
                <a:lnTo>
                  <a:pt x="2963921" y="3059424"/>
                </a:lnTo>
                <a:lnTo>
                  <a:pt x="2949434" y="3076497"/>
                </a:lnTo>
                <a:close/>
              </a:path>
              <a:path w="3124835" h="3076575">
                <a:moveTo>
                  <a:pt x="3091178" y="2458472"/>
                </a:moveTo>
                <a:lnTo>
                  <a:pt x="450029" y="2458472"/>
                </a:lnTo>
                <a:lnTo>
                  <a:pt x="518933" y="2382018"/>
                </a:lnTo>
                <a:lnTo>
                  <a:pt x="553538" y="2344119"/>
                </a:lnTo>
                <a:lnTo>
                  <a:pt x="588275" y="2306474"/>
                </a:lnTo>
                <a:lnTo>
                  <a:pt x="623165" y="2269111"/>
                </a:lnTo>
                <a:lnTo>
                  <a:pt x="658230" y="2232058"/>
                </a:lnTo>
                <a:lnTo>
                  <a:pt x="693491" y="2195343"/>
                </a:lnTo>
                <a:lnTo>
                  <a:pt x="728971" y="2158992"/>
                </a:lnTo>
                <a:lnTo>
                  <a:pt x="764690" y="2123033"/>
                </a:lnTo>
                <a:lnTo>
                  <a:pt x="800672" y="2087495"/>
                </a:lnTo>
                <a:lnTo>
                  <a:pt x="836937" y="2052403"/>
                </a:lnTo>
                <a:lnTo>
                  <a:pt x="873508" y="2017787"/>
                </a:lnTo>
                <a:lnTo>
                  <a:pt x="910405" y="1983673"/>
                </a:lnTo>
                <a:lnTo>
                  <a:pt x="947652" y="1950089"/>
                </a:lnTo>
                <a:lnTo>
                  <a:pt x="985269" y="1917062"/>
                </a:lnTo>
                <a:lnTo>
                  <a:pt x="1023278" y="1884620"/>
                </a:lnTo>
                <a:lnTo>
                  <a:pt x="1061702" y="1852791"/>
                </a:lnTo>
                <a:lnTo>
                  <a:pt x="1100562" y="1821601"/>
                </a:lnTo>
                <a:lnTo>
                  <a:pt x="1139879" y="1791079"/>
                </a:lnTo>
                <a:lnTo>
                  <a:pt x="1179675" y="1761252"/>
                </a:lnTo>
                <a:lnTo>
                  <a:pt x="1219973" y="1732148"/>
                </a:lnTo>
                <a:lnTo>
                  <a:pt x="1260793" y="1703794"/>
                </a:lnTo>
                <a:lnTo>
                  <a:pt x="1302158" y="1676217"/>
                </a:lnTo>
                <a:lnTo>
                  <a:pt x="1344090" y="1649445"/>
                </a:lnTo>
                <a:lnTo>
                  <a:pt x="1386609" y="1623506"/>
                </a:lnTo>
                <a:lnTo>
                  <a:pt x="1429738" y="1598426"/>
                </a:lnTo>
                <a:lnTo>
                  <a:pt x="1473499" y="1574235"/>
                </a:lnTo>
                <a:lnTo>
                  <a:pt x="1517914" y="1550958"/>
                </a:lnTo>
                <a:lnTo>
                  <a:pt x="1563003" y="1528625"/>
                </a:lnTo>
                <a:lnTo>
                  <a:pt x="1608790" y="1507261"/>
                </a:lnTo>
                <a:lnTo>
                  <a:pt x="1655295" y="1486895"/>
                </a:lnTo>
                <a:lnTo>
                  <a:pt x="1702540" y="1467554"/>
                </a:lnTo>
                <a:lnTo>
                  <a:pt x="1750547" y="1449266"/>
                </a:lnTo>
                <a:lnTo>
                  <a:pt x="1815231" y="1429379"/>
                </a:lnTo>
                <a:lnTo>
                  <a:pt x="1848358" y="1424415"/>
                </a:lnTo>
                <a:lnTo>
                  <a:pt x="1881743" y="1424993"/>
                </a:lnTo>
                <a:lnTo>
                  <a:pt x="1932237" y="1438199"/>
                </a:lnTo>
                <a:lnTo>
                  <a:pt x="1980273" y="1459818"/>
                </a:lnTo>
                <a:lnTo>
                  <a:pt x="2114446" y="1525591"/>
                </a:lnTo>
                <a:lnTo>
                  <a:pt x="2203371" y="1570679"/>
                </a:lnTo>
                <a:lnTo>
                  <a:pt x="2247521" y="1593793"/>
                </a:lnTo>
                <a:lnTo>
                  <a:pt x="2291394" y="1617375"/>
                </a:lnTo>
                <a:lnTo>
                  <a:pt x="2334937" y="1641490"/>
                </a:lnTo>
                <a:lnTo>
                  <a:pt x="2378100" y="1666204"/>
                </a:lnTo>
                <a:lnTo>
                  <a:pt x="2420829" y="1691584"/>
                </a:lnTo>
                <a:lnTo>
                  <a:pt x="2463074" y="1717694"/>
                </a:lnTo>
                <a:lnTo>
                  <a:pt x="2504782" y="1744602"/>
                </a:lnTo>
                <a:lnTo>
                  <a:pt x="2545902" y="1772372"/>
                </a:lnTo>
                <a:lnTo>
                  <a:pt x="2586382" y="1801071"/>
                </a:lnTo>
                <a:lnTo>
                  <a:pt x="2626170" y="1830764"/>
                </a:lnTo>
                <a:lnTo>
                  <a:pt x="2665214" y="1861518"/>
                </a:lnTo>
                <a:lnTo>
                  <a:pt x="2703451" y="1893456"/>
                </a:lnTo>
                <a:lnTo>
                  <a:pt x="2740779" y="1926639"/>
                </a:lnTo>
                <a:lnTo>
                  <a:pt x="2777084" y="1961044"/>
                </a:lnTo>
                <a:lnTo>
                  <a:pt x="2812252" y="1996645"/>
                </a:lnTo>
                <a:lnTo>
                  <a:pt x="2846170" y="2033416"/>
                </a:lnTo>
                <a:lnTo>
                  <a:pt x="2878725" y="2071333"/>
                </a:lnTo>
                <a:lnTo>
                  <a:pt x="2909803" y="2110370"/>
                </a:lnTo>
                <a:lnTo>
                  <a:pt x="2939291" y="2150501"/>
                </a:lnTo>
                <a:lnTo>
                  <a:pt x="2967075" y="2191703"/>
                </a:lnTo>
                <a:lnTo>
                  <a:pt x="2993043" y="2233948"/>
                </a:lnTo>
                <a:lnTo>
                  <a:pt x="3017080" y="2277213"/>
                </a:lnTo>
                <a:lnTo>
                  <a:pt x="3039073" y="2321471"/>
                </a:lnTo>
                <a:lnTo>
                  <a:pt x="3058910" y="2366698"/>
                </a:lnTo>
                <a:lnTo>
                  <a:pt x="3076475" y="2412868"/>
                </a:lnTo>
                <a:lnTo>
                  <a:pt x="3091178" y="2458472"/>
                </a:lnTo>
                <a:close/>
              </a:path>
            </a:pathLst>
          </a:custGeom>
          <a:solidFill>
            <a:srgbClr val="1A237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49499" y="0"/>
            <a:ext cx="12320253" cy="10286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E2155D-E9CF-080B-C37C-668055114C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1400" y="0"/>
            <a:ext cx="105918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195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50" y="0"/>
            <a:ext cx="611504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049" y="4063537"/>
            <a:ext cx="8621395" cy="1979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65" dirty="0">
                <a:solidFill>
                  <a:srgbClr val="3849AB"/>
                </a:solidFill>
                <a:latin typeface="Trebuchet MS"/>
                <a:cs typeface="Trebuchet MS"/>
              </a:rPr>
              <a:t>ESSENTIAL</a:t>
            </a:r>
            <a:r>
              <a:rPr sz="2400" b="1" spc="-114" dirty="0">
                <a:solidFill>
                  <a:srgbClr val="3849AB"/>
                </a:solidFill>
                <a:latin typeface="Trebuchet MS"/>
                <a:cs typeface="Trebuchet MS"/>
              </a:rPr>
              <a:t> </a:t>
            </a:r>
            <a:r>
              <a:rPr sz="2400" b="1" spc="-20" dirty="0">
                <a:solidFill>
                  <a:srgbClr val="3849AB"/>
                </a:solidFill>
                <a:latin typeface="Trebuchet MS"/>
                <a:cs typeface="Trebuchet MS"/>
              </a:rPr>
              <a:t>DEVELOPMENT</a:t>
            </a:r>
            <a:r>
              <a:rPr sz="2400" b="1" spc="-110" dirty="0">
                <a:solidFill>
                  <a:srgbClr val="3849AB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3849AB"/>
                </a:solidFill>
                <a:latin typeface="Trebuchet MS"/>
                <a:cs typeface="Trebuchet MS"/>
              </a:rPr>
              <a:t>TOOLS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We</a:t>
            </a:r>
            <a:r>
              <a:rPr sz="21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65" dirty="0">
                <a:solidFill>
                  <a:srgbClr val="283493"/>
                </a:solidFill>
                <a:latin typeface="Trebuchet MS"/>
                <a:cs typeface="Trebuchet MS"/>
              </a:rPr>
              <a:t>utilize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spc="-35" dirty="0">
                <a:solidFill>
                  <a:srgbClr val="283493"/>
                </a:solidFill>
                <a:latin typeface="Trebuchet MS"/>
                <a:cs typeface="Trebuchet MS"/>
              </a:rPr>
              <a:t>HTML5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,</a:t>
            </a:r>
            <a:r>
              <a:rPr sz="21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CSS3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,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spc="-25" dirty="0">
                <a:solidFill>
                  <a:srgbClr val="283493"/>
                </a:solidFill>
                <a:latin typeface="Trebuchet MS"/>
                <a:cs typeface="Trebuchet MS"/>
              </a:rPr>
              <a:t>JavaScript</a:t>
            </a:r>
            <a:r>
              <a:rPr sz="2100" b="1" spc="-1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spc="90" dirty="0">
                <a:solidFill>
                  <a:srgbClr val="283493"/>
                </a:solidFill>
                <a:latin typeface="Trebuchet MS"/>
                <a:cs typeface="Trebuchet MS"/>
              </a:rPr>
              <a:t>ES6+</a:t>
            </a:r>
            <a:r>
              <a:rPr sz="2100" b="1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creating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</a:t>
            </a:r>
            <a:r>
              <a:rPr sz="2100" spc="-5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dynamic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e-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commerce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web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application,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leveraging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Visual</a:t>
            </a:r>
            <a:r>
              <a:rPr sz="2100" b="1" spc="-1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Studio</a:t>
            </a:r>
            <a:r>
              <a:rPr sz="2100" b="1" spc="-1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Code</a:t>
            </a:r>
            <a:r>
              <a:rPr sz="2100" b="1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efficient development.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8310"/>
              </a:lnSpc>
              <a:spcBef>
                <a:spcPts val="290"/>
              </a:spcBef>
            </a:pPr>
            <a:r>
              <a:rPr spc="-800" dirty="0"/>
              <a:t>T</a:t>
            </a:r>
            <a:r>
              <a:rPr spc="245" dirty="0"/>
              <a:t>oo</a:t>
            </a:r>
            <a:r>
              <a:rPr spc="220" dirty="0"/>
              <a:t>l</a:t>
            </a:r>
            <a:r>
              <a:rPr spc="375" dirty="0"/>
              <a:t>s</a:t>
            </a:r>
            <a:r>
              <a:rPr spc="60" dirty="0"/>
              <a:t> </a:t>
            </a:r>
            <a:r>
              <a:rPr spc="105" dirty="0"/>
              <a:t>and</a:t>
            </a:r>
            <a:r>
              <a:rPr spc="65" dirty="0"/>
              <a:t> </a:t>
            </a:r>
            <a:r>
              <a:rPr spc="-875" dirty="0"/>
              <a:t>T</a:t>
            </a:r>
            <a:r>
              <a:rPr spc="160" dirty="0"/>
              <a:t>e</a:t>
            </a:r>
            <a:r>
              <a:rPr spc="165" dirty="0"/>
              <a:t>c</a:t>
            </a:r>
            <a:r>
              <a:rPr spc="160" dirty="0"/>
              <a:t>hn</a:t>
            </a:r>
            <a:r>
              <a:rPr spc="170" dirty="0"/>
              <a:t>o</a:t>
            </a:r>
            <a:r>
              <a:rPr spc="145" dirty="0"/>
              <a:t>l</a:t>
            </a:r>
            <a:r>
              <a:rPr spc="170" dirty="0"/>
              <a:t>o</a:t>
            </a:r>
            <a:r>
              <a:rPr spc="175" dirty="0"/>
              <a:t>g</a:t>
            </a:r>
            <a:r>
              <a:rPr spc="160" dirty="0"/>
              <a:t>ie</a:t>
            </a:r>
            <a:r>
              <a:rPr spc="300" dirty="0"/>
              <a:t>s</a:t>
            </a:r>
            <a:r>
              <a:rPr spc="85" dirty="0"/>
              <a:t> </a:t>
            </a:r>
            <a:r>
              <a:rPr spc="120" dirty="0"/>
              <a:t>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7210502"/>
            <a:ext cx="3124835" cy="3076575"/>
          </a:xfrm>
          <a:custGeom>
            <a:avLst/>
            <a:gdLst/>
            <a:ahLst/>
            <a:cxnLst/>
            <a:rect l="l" t="t" r="r" b="b"/>
            <a:pathLst>
              <a:path w="3124835" h="3076575">
                <a:moveTo>
                  <a:pt x="2949434" y="3076497"/>
                </a:moveTo>
                <a:lnTo>
                  <a:pt x="0" y="3076497"/>
                </a:lnTo>
                <a:lnTo>
                  <a:pt x="0" y="139526"/>
                </a:lnTo>
                <a:lnTo>
                  <a:pt x="35991" y="118322"/>
                </a:lnTo>
                <a:lnTo>
                  <a:pt x="78646" y="95110"/>
                </a:lnTo>
                <a:lnTo>
                  <a:pt x="122117" y="73430"/>
                </a:lnTo>
                <a:lnTo>
                  <a:pt x="166426" y="53363"/>
                </a:lnTo>
                <a:lnTo>
                  <a:pt x="211599" y="34989"/>
                </a:lnTo>
                <a:lnTo>
                  <a:pt x="257657" y="18390"/>
                </a:lnTo>
                <a:lnTo>
                  <a:pt x="292960" y="7715"/>
                </a:lnTo>
                <a:lnTo>
                  <a:pt x="293175" y="7715"/>
                </a:lnTo>
                <a:lnTo>
                  <a:pt x="328330" y="871"/>
                </a:lnTo>
                <a:lnTo>
                  <a:pt x="398535" y="7715"/>
                </a:lnTo>
                <a:lnTo>
                  <a:pt x="441437" y="35393"/>
                </a:lnTo>
                <a:lnTo>
                  <a:pt x="472732" y="76786"/>
                </a:lnTo>
                <a:lnTo>
                  <a:pt x="495309" y="126211"/>
                </a:lnTo>
                <a:lnTo>
                  <a:pt x="512059" y="177981"/>
                </a:lnTo>
                <a:lnTo>
                  <a:pt x="631764" y="591144"/>
                </a:lnTo>
                <a:lnTo>
                  <a:pt x="645513" y="639247"/>
                </a:lnTo>
                <a:lnTo>
                  <a:pt x="659012" y="687489"/>
                </a:lnTo>
                <a:lnTo>
                  <a:pt x="672126" y="735865"/>
                </a:lnTo>
                <a:lnTo>
                  <a:pt x="684721" y="784371"/>
                </a:lnTo>
                <a:lnTo>
                  <a:pt x="696663" y="833005"/>
                </a:lnTo>
                <a:lnTo>
                  <a:pt x="707818" y="881764"/>
                </a:lnTo>
                <a:lnTo>
                  <a:pt x="718053" y="930643"/>
                </a:lnTo>
                <a:lnTo>
                  <a:pt x="727233" y="979640"/>
                </a:lnTo>
                <a:lnTo>
                  <a:pt x="735224" y="1028751"/>
                </a:lnTo>
                <a:lnTo>
                  <a:pt x="741892" y="1077972"/>
                </a:lnTo>
                <a:lnTo>
                  <a:pt x="747103" y="1127302"/>
                </a:lnTo>
                <a:lnTo>
                  <a:pt x="750724" y="1176735"/>
                </a:lnTo>
                <a:lnTo>
                  <a:pt x="752621" y="1226269"/>
                </a:lnTo>
                <a:lnTo>
                  <a:pt x="752658" y="1275900"/>
                </a:lnTo>
                <a:lnTo>
                  <a:pt x="750703" y="1325625"/>
                </a:lnTo>
                <a:lnTo>
                  <a:pt x="746777" y="1374320"/>
                </a:lnTo>
                <a:lnTo>
                  <a:pt x="740987" y="1422666"/>
                </a:lnTo>
                <a:lnTo>
                  <a:pt x="733485" y="1470693"/>
                </a:lnTo>
                <a:lnTo>
                  <a:pt x="724423" y="1518432"/>
                </a:lnTo>
                <a:lnTo>
                  <a:pt x="713953" y="1565911"/>
                </a:lnTo>
                <a:lnTo>
                  <a:pt x="702228" y="1613160"/>
                </a:lnTo>
                <a:lnTo>
                  <a:pt x="689400" y="1660210"/>
                </a:lnTo>
                <a:lnTo>
                  <a:pt x="675621" y="1707091"/>
                </a:lnTo>
                <a:lnTo>
                  <a:pt x="661043" y="1753832"/>
                </a:lnTo>
                <a:lnTo>
                  <a:pt x="645818" y="1800463"/>
                </a:lnTo>
                <a:lnTo>
                  <a:pt x="630099" y="1847014"/>
                </a:lnTo>
                <a:lnTo>
                  <a:pt x="614059" y="1893456"/>
                </a:lnTo>
                <a:lnTo>
                  <a:pt x="581499" y="1986484"/>
                </a:lnTo>
                <a:lnTo>
                  <a:pt x="565325" y="2033013"/>
                </a:lnTo>
                <a:lnTo>
                  <a:pt x="549418" y="2079612"/>
                </a:lnTo>
                <a:lnTo>
                  <a:pt x="533929" y="2126309"/>
                </a:lnTo>
                <a:lnTo>
                  <a:pt x="519012" y="2173135"/>
                </a:lnTo>
                <a:lnTo>
                  <a:pt x="504819" y="2220120"/>
                </a:lnTo>
                <a:lnTo>
                  <a:pt x="491500" y="2267294"/>
                </a:lnTo>
                <a:lnTo>
                  <a:pt x="479210" y="2314686"/>
                </a:lnTo>
                <a:lnTo>
                  <a:pt x="468100" y="2362327"/>
                </a:lnTo>
                <a:lnTo>
                  <a:pt x="458323" y="2410245"/>
                </a:lnTo>
                <a:lnTo>
                  <a:pt x="450029" y="2458472"/>
                </a:lnTo>
                <a:lnTo>
                  <a:pt x="3091178" y="2458472"/>
                </a:lnTo>
                <a:lnTo>
                  <a:pt x="3091657" y="2459957"/>
                </a:lnTo>
                <a:lnTo>
                  <a:pt x="3104342" y="2507938"/>
                </a:lnTo>
                <a:lnTo>
                  <a:pt x="3113992" y="2554968"/>
                </a:lnTo>
                <a:lnTo>
                  <a:pt x="3120747" y="2602606"/>
                </a:lnTo>
                <a:lnTo>
                  <a:pt x="3124240" y="2650530"/>
                </a:lnTo>
                <a:lnTo>
                  <a:pt x="3124105" y="2698419"/>
                </a:lnTo>
                <a:lnTo>
                  <a:pt x="3119976" y="2745950"/>
                </a:lnTo>
                <a:lnTo>
                  <a:pt x="3111488" y="2792804"/>
                </a:lnTo>
                <a:lnTo>
                  <a:pt x="3098273" y="2838658"/>
                </a:lnTo>
                <a:lnTo>
                  <a:pt x="3078454" y="2886873"/>
                </a:lnTo>
                <a:lnTo>
                  <a:pt x="3053965" y="2932938"/>
                </a:lnTo>
                <a:lnTo>
                  <a:pt x="3025881" y="2977082"/>
                </a:lnTo>
                <a:lnTo>
                  <a:pt x="2995276" y="3019533"/>
                </a:lnTo>
                <a:lnTo>
                  <a:pt x="2963921" y="3059424"/>
                </a:lnTo>
                <a:lnTo>
                  <a:pt x="2949434" y="3076497"/>
                </a:lnTo>
                <a:close/>
              </a:path>
              <a:path w="3124835" h="3076575">
                <a:moveTo>
                  <a:pt x="3091178" y="2458472"/>
                </a:moveTo>
                <a:lnTo>
                  <a:pt x="450029" y="2458472"/>
                </a:lnTo>
                <a:lnTo>
                  <a:pt x="518933" y="2382018"/>
                </a:lnTo>
                <a:lnTo>
                  <a:pt x="553538" y="2344119"/>
                </a:lnTo>
                <a:lnTo>
                  <a:pt x="588275" y="2306474"/>
                </a:lnTo>
                <a:lnTo>
                  <a:pt x="623165" y="2269111"/>
                </a:lnTo>
                <a:lnTo>
                  <a:pt x="658230" y="2232058"/>
                </a:lnTo>
                <a:lnTo>
                  <a:pt x="693491" y="2195343"/>
                </a:lnTo>
                <a:lnTo>
                  <a:pt x="728971" y="2158992"/>
                </a:lnTo>
                <a:lnTo>
                  <a:pt x="764690" y="2123033"/>
                </a:lnTo>
                <a:lnTo>
                  <a:pt x="800672" y="2087495"/>
                </a:lnTo>
                <a:lnTo>
                  <a:pt x="836937" y="2052403"/>
                </a:lnTo>
                <a:lnTo>
                  <a:pt x="873508" y="2017787"/>
                </a:lnTo>
                <a:lnTo>
                  <a:pt x="910405" y="1983673"/>
                </a:lnTo>
                <a:lnTo>
                  <a:pt x="947652" y="1950089"/>
                </a:lnTo>
                <a:lnTo>
                  <a:pt x="985269" y="1917062"/>
                </a:lnTo>
                <a:lnTo>
                  <a:pt x="1023278" y="1884620"/>
                </a:lnTo>
                <a:lnTo>
                  <a:pt x="1061702" y="1852791"/>
                </a:lnTo>
                <a:lnTo>
                  <a:pt x="1100562" y="1821601"/>
                </a:lnTo>
                <a:lnTo>
                  <a:pt x="1139879" y="1791079"/>
                </a:lnTo>
                <a:lnTo>
                  <a:pt x="1179675" y="1761252"/>
                </a:lnTo>
                <a:lnTo>
                  <a:pt x="1219973" y="1732148"/>
                </a:lnTo>
                <a:lnTo>
                  <a:pt x="1260793" y="1703794"/>
                </a:lnTo>
                <a:lnTo>
                  <a:pt x="1302158" y="1676217"/>
                </a:lnTo>
                <a:lnTo>
                  <a:pt x="1344090" y="1649445"/>
                </a:lnTo>
                <a:lnTo>
                  <a:pt x="1386609" y="1623506"/>
                </a:lnTo>
                <a:lnTo>
                  <a:pt x="1429738" y="1598426"/>
                </a:lnTo>
                <a:lnTo>
                  <a:pt x="1473499" y="1574235"/>
                </a:lnTo>
                <a:lnTo>
                  <a:pt x="1517914" y="1550958"/>
                </a:lnTo>
                <a:lnTo>
                  <a:pt x="1563003" y="1528625"/>
                </a:lnTo>
                <a:lnTo>
                  <a:pt x="1608790" y="1507261"/>
                </a:lnTo>
                <a:lnTo>
                  <a:pt x="1655295" y="1486895"/>
                </a:lnTo>
                <a:lnTo>
                  <a:pt x="1702540" y="1467554"/>
                </a:lnTo>
                <a:lnTo>
                  <a:pt x="1750547" y="1449266"/>
                </a:lnTo>
                <a:lnTo>
                  <a:pt x="1815231" y="1429379"/>
                </a:lnTo>
                <a:lnTo>
                  <a:pt x="1848358" y="1424415"/>
                </a:lnTo>
                <a:lnTo>
                  <a:pt x="1881743" y="1424993"/>
                </a:lnTo>
                <a:lnTo>
                  <a:pt x="1932237" y="1438199"/>
                </a:lnTo>
                <a:lnTo>
                  <a:pt x="1980273" y="1459818"/>
                </a:lnTo>
                <a:lnTo>
                  <a:pt x="2114446" y="1525591"/>
                </a:lnTo>
                <a:lnTo>
                  <a:pt x="2203371" y="1570679"/>
                </a:lnTo>
                <a:lnTo>
                  <a:pt x="2247521" y="1593793"/>
                </a:lnTo>
                <a:lnTo>
                  <a:pt x="2291394" y="1617375"/>
                </a:lnTo>
                <a:lnTo>
                  <a:pt x="2334937" y="1641490"/>
                </a:lnTo>
                <a:lnTo>
                  <a:pt x="2378100" y="1666204"/>
                </a:lnTo>
                <a:lnTo>
                  <a:pt x="2420829" y="1691584"/>
                </a:lnTo>
                <a:lnTo>
                  <a:pt x="2463074" y="1717694"/>
                </a:lnTo>
                <a:lnTo>
                  <a:pt x="2504782" y="1744602"/>
                </a:lnTo>
                <a:lnTo>
                  <a:pt x="2545902" y="1772372"/>
                </a:lnTo>
                <a:lnTo>
                  <a:pt x="2586382" y="1801071"/>
                </a:lnTo>
                <a:lnTo>
                  <a:pt x="2626170" y="1830764"/>
                </a:lnTo>
                <a:lnTo>
                  <a:pt x="2665214" y="1861518"/>
                </a:lnTo>
                <a:lnTo>
                  <a:pt x="2703451" y="1893456"/>
                </a:lnTo>
                <a:lnTo>
                  <a:pt x="2740779" y="1926639"/>
                </a:lnTo>
                <a:lnTo>
                  <a:pt x="2777084" y="1961044"/>
                </a:lnTo>
                <a:lnTo>
                  <a:pt x="2812252" y="1996645"/>
                </a:lnTo>
                <a:lnTo>
                  <a:pt x="2846170" y="2033416"/>
                </a:lnTo>
                <a:lnTo>
                  <a:pt x="2878725" y="2071333"/>
                </a:lnTo>
                <a:lnTo>
                  <a:pt x="2909803" y="2110370"/>
                </a:lnTo>
                <a:lnTo>
                  <a:pt x="2939291" y="2150501"/>
                </a:lnTo>
                <a:lnTo>
                  <a:pt x="2967075" y="2191703"/>
                </a:lnTo>
                <a:lnTo>
                  <a:pt x="2993043" y="2233948"/>
                </a:lnTo>
                <a:lnTo>
                  <a:pt x="3017080" y="2277213"/>
                </a:lnTo>
                <a:lnTo>
                  <a:pt x="3039073" y="2321471"/>
                </a:lnTo>
                <a:lnTo>
                  <a:pt x="3058910" y="2366698"/>
                </a:lnTo>
                <a:lnTo>
                  <a:pt x="3076475" y="2412868"/>
                </a:lnTo>
                <a:lnTo>
                  <a:pt x="3091178" y="2458472"/>
                </a:lnTo>
                <a:close/>
              </a:path>
            </a:pathLst>
          </a:custGeom>
          <a:solidFill>
            <a:srgbClr val="1A237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94523" y="1028700"/>
            <a:ext cx="10467974" cy="551497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655389" y="584231"/>
            <a:ext cx="5551170" cy="429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7000" spc="-950" dirty="0">
                <a:solidFill>
                  <a:srgbClr val="1A237D"/>
                </a:solidFill>
                <a:latin typeface="Trebuchet MS"/>
                <a:cs typeface="Trebuchet MS"/>
              </a:rPr>
              <a:t>T</a:t>
            </a:r>
            <a:r>
              <a:rPr sz="7000" spc="75" dirty="0">
                <a:solidFill>
                  <a:srgbClr val="1A237D"/>
                </a:solidFill>
                <a:latin typeface="Trebuchet MS"/>
                <a:cs typeface="Trebuchet MS"/>
              </a:rPr>
              <a:t>a</a:t>
            </a:r>
            <a:r>
              <a:rPr sz="7000" spc="85" dirty="0">
                <a:solidFill>
                  <a:srgbClr val="1A237D"/>
                </a:solidFill>
                <a:latin typeface="Trebuchet MS"/>
                <a:cs typeface="Trebuchet MS"/>
              </a:rPr>
              <a:t>i</a:t>
            </a:r>
            <a:r>
              <a:rPr sz="7000" spc="70" dirty="0">
                <a:solidFill>
                  <a:srgbClr val="1A237D"/>
                </a:solidFill>
                <a:latin typeface="Trebuchet MS"/>
                <a:cs typeface="Trebuchet MS"/>
              </a:rPr>
              <a:t>l</a:t>
            </a:r>
            <a:r>
              <a:rPr sz="7000" spc="75" dirty="0">
                <a:solidFill>
                  <a:srgbClr val="1A237D"/>
                </a:solidFill>
                <a:latin typeface="Trebuchet MS"/>
                <a:cs typeface="Trebuchet MS"/>
              </a:rPr>
              <a:t>w</a:t>
            </a:r>
            <a:r>
              <a:rPr sz="7000" spc="85" dirty="0">
                <a:solidFill>
                  <a:srgbClr val="1A237D"/>
                </a:solidFill>
                <a:latin typeface="Trebuchet MS"/>
                <a:cs typeface="Trebuchet MS"/>
              </a:rPr>
              <a:t>i</a:t>
            </a:r>
            <a:r>
              <a:rPr sz="7000" spc="80" dirty="0">
                <a:solidFill>
                  <a:srgbClr val="1A237D"/>
                </a:solidFill>
                <a:latin typeface="Trebuchet MS"/>
                <a:cs typeface="Trebuchet MS"/>
              </a:rPr>
              <a:t>n</a:t>
            </a:r>
            <a:r>
              <a:rPr sz="7000" spc="220" dirty="0">
                <a:solidFill>
                  <a:srgbClr val="1A237D"/>
                </a:solidFill>
                <a:latin typeface="Trebuchet MS"/>
                <a:cs typeface="Trebuchet MS"/>
              </a:rPr>
              <a:t>d</a:t>
            </a:r>
            <a:r>
              <a:rPr sz="7000" spc="-484" dirty="0">
                <a:solidFill>
                  <a:srgbClr val="1A237D"/>
                </a:solidFill>
                <a:latin typeface="Trebuchet MS"/>
                <a:cs typeface="Trebuchet MS"/>
              </a:rPr>
              <a:t> </a:t>
            </a:r>
            <a:r>
              <a:rPr sz="7000" spc="395" dirty="0">
                <a:solidFill>
                  <a:srgbClr val="1A237D"/>
                </a:solidFill>
                <a:latin typeface="Trebuchet MS"/>
                <a:cs typeface="Trebuchet MS"/>
              </a:rPr>
              <a:t>CSS: </a:t>
            </a:r>
            <a:r>
              <a:rPr sz="7000" spc="-100" dirty="0">
                <a:solidFill>
                  <a:srgbClr val="1A237D"/>
                </a:solidFill>
                <a:latin typeface="Trebuchet MS"/>
                <a:cs typeface="Trebuchet MS"/>
              </a:rPr>
              <a:t>Utility-</a:t>
            </a:r>
            <a:r>
              <a:rPr sz="7000" spc="50" dirty="0">
                <a:solidFill>
                  <a:srgbClr val="1A237D"/>
                </a:solidFill>
                <a:latin typeface="Trebuchet MS"/>
                <a:cs typeface="Trebuchet MS"/>
              </a:rPr>
              <a:t>First </a:t>
            </a:r>
            <a:r>
              <a:rPr sz="7000" spc="330" dirty="0">
                <a:solidFill>
                  <a:srgbClr val="1A237D"/>
                </a:solidFill>
                <a:latin typeface="Trebuchet MS"/>
                <a:cs typeface="Trebuchet MS"/>
              </a:rPr>
              <a:t>Design </a:t>
            </a:r>
            <a:r>
              <a:rPr sz="7000" spc="70" dirty="0">
                <a:solidFill>
                  <a:srgbClr val="1A237D"/>
                </a:solidFill>
                <a:latin typeface="Trebuchet MS"/>
                <a:cs typeface="Trebuchet MS"/>
              </a:rPr>
              <a:t>Principles</a:t>
            </a:r>
            <a:endParaRPr sz="700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853779" y="8700806"/>
            <a:ext cx="6408420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849AB"/>
                </a:solidFill>
                <a:latin typeface="Tahoma"/>
                <a:cs typeface="Tahoma"/>
              </a:rPr>
              <a:t>INSPIRATION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695"/>
              </a:spcBef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Consistent</a:t>
            </a:r>
            <a:r>
              <a:rPr sz="2100" spc="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design</a:t>
            </a:r>
            <a:r>
              <a:rPr sz="2100" spc="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through</a:t>
            </a:r>
            <a:r>
              <a:rPr sz="2100" spc="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60" dirty="0">
                <a:solidFill>
                  <a:srgbClr val="283493"/>
                </a:solidFill>
                <a:latin typeface="Trebuchet MS"/>
                <a:cs typeface="Trebuchet MS"/>
              </a:rPr>
              <a:t>utility</a:t>
            </a:r>
            <a:r>
              <a:rPr sz="2100" spc="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55" dirty="0">
                <a:solidFill>
                  <a:srgbClr val="283493"/>
                </a:solidFill>
                <a:latin typeface="Trebuchet MS"/>
                <a:cs typeface="Trebuchet MS"/>
              </a:rPr>
              <a:t>classes</a:t>
            </a:r>
            <a:r>
              <a:rPr sz="2100" spc="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spacing</a:t>
            </a:r>
            <a:endParaRPr sz="2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24800" y="0"/>
            <a:ext cx="14554199" cy="1028699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8330"/>
              </a:lnSpc>
              <a:spcBef>
                <a:spcPts val="265"/>
              </a:spcBef>
            </a:pPr>
            <a:r>
              <a:rPr spc="70" dirty="0"/>
              <a:t>Functional </a:t>
            </a:r>
            <a:r>
              <a:rPr spc="500" dirty="0"/>
              <a:t>Web </a:t>
            </a:r>
            <a:r>
              <a:rPr spc="120" dirty="0"/>
              <a:t>Application</a:t>
            </a:r>
            <a:r>
              <a:rPr spc="95" dirty="0"/>
              <a:t> </a:t>
            </a:r>
            <a:r>
              <a:rPr spc="330" dirty="0"/>
              <a:t>Logic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942" y="5263838"/>
            <a:ext cx="91905" cy="919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942" y="5631460"/>
            <a:ext cx="91905" cy="91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942" y="5999083"/>
            <a:ext cx="91905" cy="9190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654049" y="4221853"/>
            <a:ext cx="9032240" cy="23488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DYNAMIC</a:t>
            </a:r>
            <a:r>
              <a:rPr sz="2400" spc="-5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USER </a:t>
            </a:r>
            <a:r>
              <a:rPr sz="2400" spc="-10" dirty="0">
                <a:solidFill>
                  <a:srgbClr val="3849AB"/>
                </a:solidFill>
                <a:latin typeface="Tahoma"/>
                <a:cs typeface="Tahoma"/>
              </a:rPr>
              <a:t>INTERACTIONS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z="2400">
              <a:latin typeface="Tahoma"/>
              <a:cs typeface="Tahoma"/>
            </a:endParaRPr>
          </a:p>
          <a:p>
            <a:pPr marL="465455" marR="5080">
              <a:lnSpc>
                <a:spcPct val="114900"/>
              </a:lnSpc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Dynamic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content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rendering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through</a:t>
            </a:r>
            <a:r>
              <a:rPr sz="2100" spc="-6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JavaScript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real-</a:t>
            </a:r>
            <a:r>
              <a:rPr sz="2100" spc="-50" dirty="0">
                <a:solidFill>
                  <a:srgbClr val="283493"/>
                </a:solidFill>
                <a:latin typeface="Trebuchet MS"/>
                <a:cs typeface="Trebuchet MS"/>
              </a:rPr>
              <a:t>time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updates.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State</a:t>
            </a:r>
            <a:r>
              <a:rPr sz="2100" spc="-6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management</a:t>
            </a:r>
            <a:r>
              <a:rPr sz="2100" spc="-5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ensures</a:t>
            </a:r>
            <a:r>
              <a:rPr sz="2100" spc="-5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accurate</a:t>
            </a:r>
            <a:r>
              <a:rPr sz="2100" spc="-6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tracking</a:t>
            </a:r>
            <a:r>
              <a:rPr sz="2100" spc="-5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of</a:t>
            </a:r>
            <a:r>
              <a:rPr sz="2100" spc="-5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cart</a:t>
            </a:r>
            <a:r>
              <a:rPr sz="2100" spc="-5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items</a:t>
            </a:r>
            <a:r>
              <a:rPr sz="2100" spc="-6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5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totals.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Data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persistence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is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achieved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via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LocalStorage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API,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preserving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user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data </a:t>
            </a:r>
            <a:r>
              <a:rPr sz="2100" spc="55" dirty="0">
                <a:solidFill>
                  <a:srgbClr val="283493"/>
                </a:solidFill>
                <a:latin typeface="Trebuchet MS"/>
                <a:cs typeface="Trebuchet MS"/>
              </a:rPr>
              <a:t>across</a:t>
            </a:r>
            <a:r>
              <a:rPr sz="2100" spc="-6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sessions.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167621" y="7350028"/>
            <a:ext cx="3120390" cy="2937510"/>
          </a:xfrm>
          <a:custGeom>
            <a:avLst/>
            <a:gdLst/>
            <a:ahLst/>
            <a:cxnLst/>
            <a:rect l="l" t="t" r="r" b="b"/>
            <a:pathLst>
              <a:path w="3120390" h="2937509">
                <a:moveTo>
                  <a:pt x="3120376" y="2461604"/>
                </a:moveTo>
                <a:lnTo>
                  <a:pt x="2535259" y="2461604"/>
                </a:lnTo>
                <a:lnTo>
                  <a:pt x="2512328" y="2417238"/>
                </a:lnTo>
                <a:lnTo>
                  <a:pt x="2490101" y="2372515"/>
                </a:lnTo>
                <a:lnTo>
                  <a:pt x="2468582" y="2327447"/>
                </a:lnTo>
                <a:lnTo>
                  <a:pt x="2447776" y="2282046"/>
                </a:lnTo>
                <a:lnTo>
                  <a:pt x="2427686" y="2236324"/>
                </a:lnTo>
                <a:lnTo>
                  <a:pt x="2408317" y="2190291"/>
                </a:lnTo>
                <a:lnTo>
                  <a:pt x="2389672" y="2143959"/>
                </a:lnTo>
                <a:lnTo>
                  <a:pt x="2371756" y="2097341"/>
                </a:lnTo>
                <a:lnTo>
                  <a:pt x="2354573" y="2050448"/>
                </a:lnTo>
                <a:lnTo>
                  <a:pt x="2338127" y="2003292"/>
                </a:lnTo>
                <a:lnTo>
                  <a:pt x="2322514" y="1956164"/>
                </a:lnTo>
                <a:lnTo>
                  <a:pt x="2307461" y="1908234"/>
                </a:lnTo>
                <a:lnTo>
                  <a:pt x="2293249" y="1860357"/>
                </a:lnTo>
                <a:lnTo>
                  <a:pt x="2279791" y="1812263"/>
                </a:lnTo>
                <a:lnTo>
                  <a:pt x="2267089" y="1763963"/>
                </a:lnTo>
                <a:lnTo>
                  <a:pt x="2255149" y="1715470"/>
                </a:lnTo>
                <a:lnTo>
                  <a:pt x="2243974" y="1666795"/>
                </a:lnTo>
                <a:lnTo>
                  <a:pt x="2233568" y="1617949"/>
                </a:lnTo>
                <a:lnTo>
                  <a:pt x="2223936" y="1568945"/>
                </a:lnTo>
                <a:lnTo>
                  <a:pt x="2215206" y="1520146"/>
                </a:lnTo>
                <a:lnTo>
                  <a:pt x="2207484" y="1471035"/>
                </a:lnTo>
                <a:lnTo>
                  <a:pt x="2201002" y="1421700"/>
                </a:lnTo>
                <a:lnTo>
                  <a:pt x="2195990" y="1372232"/>
                </a:lnTo>
                <a:lnTo>
                  <a:pt x="2192677" y="1322719"/>
                </a:lnTo>
                <a:lnTo>
                  <a:pt x="2191295" y="1273250"/>
                </a:lnTo>
                <a:lnTo>
                  <a:pt x="2192073" y="1223915"/>
                </a:lnTo>
                <a:lnTo>
                  <a:pt x="2195243" y="1174803"/>
                </a:lnTo>
                <a:lnTo>
                  <a:pt x="2201035" y="1126002"/>
                </a:lnTo>
                <a:lnTo>
                  <a:pt x="2209679" y="1077603"/>
                </a:lnTo>
                <a:lnTo>
                  <a:pt x="2221406" y="1029694"/>
                </a:lnTo>
                <a:lnTo>
                  <a:pt x="2236271" y="982659"/>
                </a:lnTo>
                <a:lnTo>
                  <a:pt x="2253989" y="936835"/>
                </a:lnTo>
                <a:lnTo>
                  <a:pt x="2274309" y="892154"/>
                </a:lnTo>
                <a:lnTo>
                  <a:pt x="2296980" y="848544"/>
                </a:lnTo>
                <a:lnTo>
                  <a:pt x="2321751" y="805936"/>
                </a:lnTo>
                <a:lnTo>
                  <a:pt x="2348370" y="764261"/>
                </a:lnTo>
                <a:lnTo>
                  <a:pt x="2376587" y="723448"/>
                </a:lnTo>
                <a:lnTo>
                  <a:pt x="2406149" y="683427"/>
                </a:lnTo>
                <a:lnTo>
                  <a:pt x="2436807" y="644129"/>
                </a:lnTo>
                <a:lnTo>
                  <a:pt x="2468308" y="605484"/>
                </a:lnTo>
                <a:lnTo>
                  <a:pt x="2500402" y="567422"/>
                </a:lnTo>
                <a:lnTo>
                  <a:pt x="2532837" y="529874"/>
                </a:lnTo>
                <a:lnTo>
                  <a:pt x="2565283" y="492926"/>
                </a:lnTo>
                <a:lnTo>
                  <a:pt x="2598139" y="456141"/>
                </a:lnTo>
                <a:lnTo>
                  <a:pt x="2631428" y="419602"/>
                </a:lnTo>
                <a:lnTo>
                  <a:pt x="2665175" y="383387"/>
                </a:lnTo>
                <a:lnTo>
                  <a:pt x="2699403" y="347577"/>
                </a:lnTo>
                <a:lnTo>
                  <a:pt x="2734137" y="312254"/>
                </a:lnTo>
                <a:lnTo>
                  <a:pt x="2769399" y="277497"/>
                </a:lnTo>
                <a:lnTo>
                  <a:pt x="2805215" y="243387"/>
                </a:lnTo>
                <a:lnTo>
                  <a:pt x="2841607" y="210005"/>
                </a:lnTo>
                <a:lnTo>
                  <a:pt x="2878600" y="177430"/>
                </a:lnTo>
                <a:lnTo>
                  <a:pt x="2916217" y="145744"/>
                </a:lnTo>
                <a:lnTo>
                  <a:pt x="2954482" y="115028"/>
                </a:lnTo>
                <a:lnTo>
                  <a:pt x="2993420" y="85360"/>
                </a:lnTo>
                <a:lnTo>
                  <a:pt x="3033053" y="56823"/>
                </a:lnTo>
                <a:lnTo>
                  <a:pt x="3073406" y="29496"/>
                </a:lnTo>
                <a:lnTo>
                  <a:pt x="3114503" y="3460"/>
                </a:lnTo>
                <a:lnTo>
                  <a:pt x="3120376" y="0"/>
                </a:lnTo>
                <a:lnTo>
                  <a:pt x="3120376" y="2461604"/>
                </a:lnTo>
                <a:close/>
              </a:path>
              <a:path w="3120390" h="2937509">
                <a:moveTo>
                  <a:pt x="3120376" y="2936970"/>
                </a:moveTo>
                <a:lnTo>
                  <a:pt x="0" y="2936970"/>
                </a:lnTo>
                <a:lnTo>
                  <a:pt x="3142" y="2918893"/>
                </a:lnTo>
                <a:lnTo>
                  <a:pt x="14336" y="2869907"/>
                </a:lnTo>
                <a:lnTo>
                  <a:pt x="27416" y="2821302"/>
                </a:lnTo>
                <a:lnTo>
                  <a:pt x="41655" y="2773101"/>
                </a:lnTo>
                <a:lnTo>
                  <a:pt x="56864" y="2723912"/>
                </a:lnTo>
                <a:lnTo>
                  <a:pt x="72567" y="2674879"/>
                </a:lnTo>
                <a:lnTo>
                  <a:pt x="88762" y="2626005"/>
                </a:lnTo>
                <a:lnTo>
                  <a:pt x="105446" y="2577297"/>
                </a:lnTo>
                <a:lnTo>
                  <a:pt x="122618" y="2528759"/>
                </a:lnTo>
                <a:lnTo>
                  <a:pt x="140275" y="2480394"/>
                </a:lnTo>
                <a:lnTo>
                  <a:pt x="158416" y="2432210"/>
                </a:lnTo>
                <a:lnTo>
                  <a:pt x="177038" y="2384209"/>
                </a:lnTo>
                <a:lnTo>
                  <a:pt x="196140" y="2336396"/>
                </a:lnTo>
                <a:lnTo>
                  <a:pt x="215718" y="2288777"/>
                </a:lnTo>
                <a:lnTo>
                  <a:pt x="235772" y="2241356"/>
                </a:lnTo>
                <a:lnTo>
                  <a:pt x="256300" y="2194138"/>
                </a:lnTo>
                <a:lnTo>
                  <a:pt x="277298" y="2147128"/>
                </a:lnTo>
                <a:lnTo>
                  <a:pt x="298765" y="2100330"/>
                </a:lnTo>
                <a:lnTo>
                  <a:pt x="320700" y="2053750"/>
                </a:lnTo>
                <a:lnTo>
                  <a:pt x="343099" y="2007391"/>
                </a:lnTo>
                <a:lnTo>
                  <a:pt x="365962" y="1961259"/>
                </a:lnTo>
                <a:lnTo>
                  <a:pt x="389285" y="1915358"/>
                </a:lnTo>
                <a:lnTo>
                  <a:pt x="413067" y="1869693"/>
                </a:lnTo>
                <a:lnTo>
                  <a:pt x="437306" y="1824269"/>
                </a:lnTo>
                <a:lnTo>
                  <a:pt x="461999" y="1779091"/>
                </a:lnTo>
                <a:lnTo>
                  <a:pt x="487145" y="1734163"/>
                </a:lnTo>
                <a:lnTo>
                  <a:pt x="512742" y="1689490"/>
                </a:lnTo>
                <a:lnTo>
                  <a:pt x="545247" y="1638980"/>
                </a:lnTo>
                <a:lnTo>
                  <a:pt x="588149" y="1598564"/>
                </a:lnTo>
                <a:lnTo>
                  <a:pt x="630201" y="1581655"/>
                </a:lnTo>
                <a:lnTo>
                  <a:pt x="675346" y="1578291"/>
                </a:lnTo>
                <a:lnTo>
                  <a:pt x="721968" y="1585186"/>
                </a:lnTo>
                <a:lnTo>
                  <a:pt x="768453" y="1599053"/>
                </a:lnTo>
                <a:lnTo>
                  <a:pt x="813186" y="1616605"/>
                </a:lnTo>
                <a:lnTo>
                  <a:pt x="1373102" y="1853627"/>
                </a:lnTo>
                <a:lnTo>
                  <a:pt x="1558310" y="1935323"/>
                </a:lnTo>
                <a:lnTo>
                  <a:pt x="1696215" y="1998448"/>
                </a:lnTo>
                <a:lnTo>
                  <a:pt x="1787556" y="2041634"/>
                </a:lnTo>
                <a:lnTo>
                  <a:pt x="1878346" y="2085837"/>
                </a:lnTo>
                <a:lnTo>
                  <a:pt x="1968521" y="2131175"/>
                </a:lnTo>
                <a:lnTo>
                  <a:pt x="2058017" y="2177764"/>
                </a:lnTo>
                <a:lnTo>
                  <a:pt x="2102490" y="2201565"/>
                </a:lnTo>
                <a:lnTo>
                  <a:pt x="2146770" y="2225723"/>
                </a:lnTo>
                <a:lnTo>
                  <a:pt x="2190848" y="2250251"/>
                </a:lnTo>
                <a:lnTo>
                  <a:pt x="2234717" y="2275166"/>
                </a:lnTo>
                <a:lnTo>
                  <a:pt x="2278368" y="2300482"/>
                </a:lnTo>
                <a:lnTo>
                  <a:pt x="2321794" y="2326212"/>
                </a:lnTo>
                <a:lnTo>
                  <a:pt x="2364986" y="2352373"/>
                </a:lnTo>
                <a:lnTo>
                  <a:pt x="2407936" y="2378977"/>
                </a:lnTo>
                <a:lnTo>
                  <a:pt x="2450638" y="2406041"/>
                </a:lnTo>
                <a:lnTo>
                  <a:pt x="2493081" y="2433579"/>
                </a:lnTo>
                <a:lnTo>
                  <a:pt x="2535259" y="2461604"/>
                </a:lnTo>
                <a:lnTo>
                  <a:pt x="3120376" y="2461604"/>
                </a:lnTo>
                <a:lnTo>
                  <a:pt x="3120376" y="2936970"/>
                </a:lnTo>
                <a:close/>
              </a:path>
            </a:pathLst>
          </a:custGeom>
          <a:solidFill>
            <a:srgbClr val="1A237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50" y="0"/>
            <a:ext cx="611504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049" y="5119484"/>
            <a:ext cx="9492615" cy="161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3849AB"/>
                </a:solidFill>
                <a:latin typeface="Trebuchet MS"/>
                <a:cs typeface="Trebuchet MS"/>
              </a:rPr>
              <a:t>REUSABLE</a:t>
            </a:r>
            <a:r>
              <a:rPr sz="2400" b="1" spc="-40" dirty="0">
                <a:solidFill>
                  <a:srgbClr val="3849AB"/>
                </a:solidFill>
                <a:latin typeface="Trebuchet MS"/>
                <a:cs typeface="Trebuchet MS"/>
              </a:rPr>
              <a:t> </a:t>
            </a:r>
            <a:r>
              <a:rPr sz="2400" b="1" spc="204" dirty="0">
                <a:solidFill>
                  <a:srgbClr val="3849AB"/>
                </a:solidFill>
                <a:latin typeface="Trebuchet MS"/>
                <a:cs typeface="Trebuchet MS"/>
              </a:rPr>
              <a:t>UI</a:t>
            </a:r>
            <a:r>
              <a:rPr sz="2400" b="1" spc="-35" dirty="0">
                <a:solidFill>
                  <a:srgbClr val="3849AB"/>
                </a:solidFill>
                <a:latin typeface="Trebuchet MS"/>
                <a:cs typeface="Trebuchet MS"/>
              </a:rPr>
              <a:t> </a:t>
            </a:r>
            <a:r>
              <a:rPr sz="2400" b="1" spc="-10" dirty="0">
                <a:solidFill>
                  <a:srgbClr val="3849AB"/>
                </a:solidFill>
                <a:latin typeface="Trebuchet MS"/>
                <a:cs typeface="Trebuchet MS"/>
              </a:rPr>
              <a:t>COMPONENTS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project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employs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modular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50" dirty="0">
                <a:solidFill>
                  <a:srgbClr val="283493"/>
                </a:solidFill>
                <a:latin typeface="Trebuchet MS"/>
                <a:cs typeface="Trebuchet MS"/>
              </a:rPr>
              <a:t>architecture,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creating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reusable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components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like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navigation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bars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product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cards,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enhancing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maintainability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scalability.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54049" y="1472776"/>
            <a:ext cx="9344025" cy="320421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>
              <a:lnSpc>
                <a:spcPts val="8310"/>
              </a:lnSpc>
              <a:spcBef>
                <a:spcPts val="295"/>
              </a:spcBef>
            </a:pPr>
            <a:r>
              <a:rPr spc="120" dirty="0"/>
              <a:t>Componentization</a:t>
            </a:r>
            <a:r>
              <a:rPr spc="114" dirty="0"/>
              <a:t> </a:t>
            </a:r>
            <a:r>
              <a:rPr spc="80" dirty="0"/>
              <a:t>and </a:t>
            </a:r>
            <a:r>
              <a:rPr spc="330" dirty="0"/>
              <a:t>Modular</a:t>
            </a:r>
            <a:r>
              <a:rPr spc="65" dirty="0"/>
              <a:t> </a:t>
            </a:r>
            <a:r>
              <a:rPr spc="330" dirty="0"/>
              <a:t>Design </a:t>
            </a:r>
            <a:r>
              <a:rPr spc="65" dirty="0"/>
              <a:t>Principles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6749" y="4248150"/>
            <a:ext cx="5442049" cy="35813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19849" y="4248150"/>
            <a:ext cx="5442049" cy="35813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2172949" y="4248150"/>
            <a:ext cx="5442049" cy="35813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42937" y="8342592"/>
            <a:ext cx="4697095" cy="128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849AB"/>
                </a:solidFill>
                <a:latin typeface="Tahoma"/>
                <a:cs typeface="Tahoma"/>
              </a:rPr>
              <a:t>HOME</a:t>
            </a:r>
            <a:endParaRPr sz="2400">
              <a:latin typeface="Tahoma"/>
              <a:cs typeface="Tahoma"/>
            </a:endParaRPr>
          </a:p>
          <a:p>
            <a:pPr marL="12700" marR="5080" algn="ctr">
              <a:lnSpc>
                <a:spcPct val="116100"/>
              </a:lnSpc>
              <a:spcBef>
                <a:spcPts val="1185"/>
              </a:spcBef>
            </a:pP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Intuitive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layout</a:t>
            </a:r>
            <a:r>
              <a:rPr sz="2100" spc="-6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easy</a:t>
            </a:r>
            <a:r>
              <a:rPr sz="2100" spc="-6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navigation</a:t>
            </a:r>
            <a:r>
              <a:rPr sz="2100" spc="-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and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browsing.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02846" y="8342592"/>
            <a:ext cx="5282565" cy="1285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20" dirty="0">
                <a:solidFill>
                  <a:srgbClr val="3849AB"/>
                </a:solidFill>
                <a:latin typeface="Tahoma"/>
                <a:cs typeface="Tahoma"/>
              </a:rPr>
              <a:t>CART</a:t>
            </a:r>
            <a:endParaRPr sz="2400">
              <a:latin typeface="Tahoma"/>
              <a:cs typeface="Tahoma"/>
            </a:endParaRPr>
          </a:p>
          <a:p>
            <a:pPr marL="12700" marR="5080" algn="ctr">
              <a:lnSpc>
                <a:spcPct val="116100"/>
              </a:lnSpc>
              <a:spcBef>
                <a:spcPts val="1185"/>
              </a:spcBef>
            </a:pPr>
            <a:r>
              <a:rPr sz="2100" spc="50" dirty="0">
                <a:solidFill>
                  <a:srgbClr val="283493"/>
                </a:solidFill>
                <a:latin typeface="Trebuchet MS"/>
                <a:cs typeface="Trebuchet MS"/>
              </a:rPr>
              <a:t>Seamless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integration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managing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selected products.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463263" y="8342643"/>
            <a:ext cx="4867910" cy="9131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3849AB"/>
                </a:solidFill>
                <a:latin typeface="Tahoma"/>
                <a:cs typeface="Tahoma"/>
              </a:rPr>
              <a:t>WISHLIST</a:t>
            </a:r>
            <a:endParaRPr sz="24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590"/>
              </a:spcBef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Save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favorite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items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future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purchases.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54049" y="1472776"/>
            <a:ext cx="13959840" cy="214820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8310"/>
              </a:lnSpc>
              <a:spcBef>
                <a:spcPts val="290"/>
              </a:spcBef>
            </a:pPr>
            <a:r>
              <a:rPr spc="325" dirty="0"/>
              <a:t>Key</a:t>
            </a:r>
            <a:r>
              <a:rPr spc="70" dirty="0"/>
              <a:t> </a:t>
            </a:r>
            <a:r>
              <a:rPr spc="55" dirty="0"/>
              <a:t>Features</a:t>
            </a:r>
            <a:r>
              <a:rPr spc="70" dirty="0"/>
              <a:t> </a:t>
            </a:r>
            <a:r>
              <a:rPr spc="165" dirty="0"/>
              <a:t>of</a:t>
            </a:r>
            <a:r>
              <a:rPr spc="70" dirty="0"/>
              <a:t> </a:t>
            </a:r>
            <a:r>
              <a:rPr spc="400" dirty="0"/>
              <a:t>Our</a:t>
            </a:r>
            <a:r>
              <a:rPr spc="70" dirty="0"/>
              <a:t> </a:t>
            </a:r>
            <a:r>
              <a:rPr spc="65" dirty="0"/>
              <a:t>E-</a:t>
            </a:r>
            <a:r>
              <a:rPr spc="185" dirty="0"/>
              <a:t>Commerce </a:t>
            </a:r>
            <a:r>
              <a:rPr spc="225" dirty="0"/>
              <a:t>Website</a:t>
            </a:r>
          </a:p>
        </p:txBody>
      </p:sp>
      <p:sp>
        <p:nvSpPr>
          <p:cNvPr id="9" name="object 9"/>
          <p:cNvSpPr/>
          <p:nvPr/>
        </p:nvSpPr>
        <p:spPr>
          <a:xfrm>
            <a:off x="14763542" y="0"/>
            <a:ext cx="3524885" cy="2308860"/>
          </a:xfrm>
          <a:custGeom>
            <a:avLst/>
            <a:gdLst/>
            <a:ahLst/>
            <a:cxnLst/>
            <a:rect l="l" t="t" r="r" b="b"/>
            <a:pathLst>
              <a:path w="3524884" h="2308860">
                <a:moveTo>
                  <a:pt x="2734899" y="0"/>
                </a:moveTo>
                <a:lnTo>
                  <a:pt x="2772986" y="93957"/>
                </a:lnTo>
                <a:lnTo>
                  <a:pt x="2740483" y="131876"/>
                </a:lnTo>
                <a:lnTo>
                  <a:pt x="2707386" y="169276"/>
                </a:lnTo>
                <a:lnTo>
                  <a:pt x="2673703" y="206149"/>
                </a:lnTo>
                <a:lnTo>
                  <a:pt x="2639444" y="242487"/>
                </a:lnTo>
                <a:lnTo>
                  <a:pt x="2604617" y="278282"/>
                </a:lnTo>
                <a:lnTo>
                  <a:pt x="2569232" y="313525"/>
                </a:lnTo>
                <a:lnTo>
                  <a:pt x="2533298" y="348209"/>
                </a:lnTo>
                <a:lnTo>
                  <a:pt x="2496825" y="382325"/>
                </a:lnTo>
                <a:lnTo>
                  <a:pt x="2459822" y="415866"/>
                </a:lnTo>
                <a:lnTo>
                  <a:pt x="2422297" y="448823"/>
                </a:lnTo>
                <a:lnTo>
                  <a:pt x="2384486" y="480996"/>
                </a:lnTo>
                <a:lnTo>
                  <a:pt x="2345723" y="512952"/>
                </a:lnTo>
                <a:lnTo>
                  <a:pt x="2306691" y="544109"/>
                </a:lnTo>
                <a:lnTo>
                  <a:pt x="2267175" y="574649"/>
                </a:lnTo>
                <a:lnTo>
                  <a:pt x="2227185" y="604564"/>
                </a:lnTo>
                <a:lnTo>
                  <a:pt x="2186729" y="633847"/>
                </a:lnTo>
                <a:lnTo>
                  <a:pt x="2145817" y="662489"/>
                </a:lnTo>
                <a:lnTo>
                  <a:pt x="2104458" y="690483"/>
                </a:lnTo>
                <a:lnTo>
                  <a:pt x="2062661" y="717819"/>
                </a:lnTo>
                <a:lnTo>
                  <a:pt x="2020716" y="744241"/>
                </a:lnTo>
                <a:lnTo>
                  <a:pt x="1978103" y="769846"/>
                </a:lnTo>
                <a:lnTo>
                  <a:pt x="1934817" y="794387"/>
                </a:lnTo>
                <a:lnTo>
                  <a:pt x="1890855" y="817616"/>
                </a:lnTo>
                <a:lnTo>
                  <a:pt x="1846213" y="839286"/>
                </a:lnTo>
                <a:lnTo>
                  <a:pt x="1800887" y="859151"/>
                </a:lnTo>
                <a:lnTo>
                  <a:pt x="1754873" y="876963"/>
                </a:lnTo>
                <a:lnTo>
                  <a:pt x="1708167" y="892475"/>
                </a:lnTo>
                <a:lnTo>
                  <a:pt x="1660765" y="905440"/>
                </a:lnTo>
                <a:lnTo>
                  <a:pt x="1612663" y="915611"/>
                </a:lnTo>
                <a:lnTo>
                  <a:pt x="1563857" y="922740"/>
                </a:lnTo>
                <a:lnTo>
                  <a:pt x="1514683" y="926634"/>
                </a:lnTo>
                <a:lnTo>
                  <a:pt x="1465560" y="927428"/>
                </a:lnTo>
                <a:lnTo>
                  <a:pt x="1416518" y="925382"/>
                </a:lnTo>
                <a:lnTo>
                  <a:pt x="1367586" y="920754"/>
                </a:lnTo>
                <a:lnTo>
                  <a:pt x="1318793" y="913803"/>
                </a:lnTo>
                <a:lnTo>
                  <a:pt x="1270170" y="904790"/>
                </a:lnTo>
                <a:lnTo>
                  <a:pt x="1221747" y="893972"/>
                </a:lnTo>
                <a:lnTo>
                  <a:pt x="1173552" y="881609"/>
                </a:lnTo>
                <a:lnTo>
                  <a:pt x="1125615" y="867959"/>
                </a:lnTo>
                <a:lnTo>
                  <a:pt x="1077967" y="853283"/>
                </a:lnTo>
                <a:lnTo>
                  <a:pt x="1030636" y="837838"/>
                </a:lnTo>
                <a:lnTo>
                  <a:pt x="983653" y="821885"/>
                </a:lnTo>
                <a:lnTo>
                  <a:pt x="937222" y="805696"/>
                </a:lnTo>
                <a:lnTo>
                  <a:pt x="890790" y="789065"/>
                </a:lnTo>
                <a:lnTo>
                  <a:pt x="844421" y="771940"/>
                </a:lnTo>
                <a:lnTo>
                  <a:pt x="798181" y="754270"/>
                </a:lnTo>
                <a:lnTo>
                  <a:pt x="752136" y="736001"/>
                </a:lnTo>
                <a:lnTo>
                  <a:pt x="706351" y="717081"/>
                </a:lnTo>
                <a:lnTo>
                  <a:pt x="660893" y="697458"/>
                </a:lnTo>
                <a:lnTo>
                  <a:pt x="615827" y="677080"/>
                </a:lnTo>
                <a:lnTo>
                  <a:pt x="571219" y="655894"/>
                </a:lnTo>
                <a:lnTo>
                  <a:pt x="527133" y="633848"/>
                </a:lnTo>
                <a:lnTo>
                  <a:pt x="483637" y="610889"/>
                </a:lnTo>
                <a:lnTo>
                  <a:pt x="440795" y="586966"/>
                </a:lnTo>
                <a:lnTo>
                  <a:pt x="398673" y="562025"/>
                </a:lnTo>
                <a:lnTo>
                  <a:pt x="357337" y="536015"/>
                </a:lnTo>
                <a:lnTo>
                  <a:pt x="316852" y="508883"/>
                </a:lnTo>
                <a:lnTo>
                  <a:pt x="277285" y="480577"/>
                </a:lnTo>
                <a:lnTo>
                  <a:pt x="238700" y="451045"/>
                </a:lnTo>
                <a:lnTo>
                  <a:pt x="201164" y="420234"/>
                </a:lnTo>
                <a:lnTo>
                  <a:pt x="164741" y="388092"/>
                </a:lnTo>
                <a:lnTo>
                  <a:pt x="129499" y="354566"/>
                </a:lnTo>
                <a:lnTo>
                  <a:pt x="95501" y="319605"/>
                </a:lnTo>
                <a:lnTo>
                  <a:pt x="62815" y="283155"/>
                </a:lnTo>
                <a:lnTo>
                  <a:pt x="39579" y="254249"/>
                </a:lnTo>
                <a:lnTo>
                  <a:pt x="20030" y="224240"/>
                </a:lnTo>
                <a:lnTo>
                  <a:pt x="5833" y="191536"/>
                </a:lnTo>
                <a:lnTo>
                  <a:pt x="0" y="156607"/>
                </a:lnTo>
                <a:lnTo>
                  <a:pt x="9533" y="106449"/>
                </a:lnTo>
                <a:lnTo>
                  <a:pt x="36138" y="61896"/>
                </a:lnTo>
                <a:lnTo>
                  <a:pt x="73461" y="22406"/>
                </a:lnTo>
                <a:lnTo>
                  <a:pt x="100170" y="0"/>
                </a:lnTo>
                <a:lnTo>
                  <a:pt x="2734899" y="0"/>
                </a:lnTo>
                <a:close/>
              </a:path>
              <a:path w="3524884" h="2308860">
                <a:moveTo>
                  <a:pt x="3524457" y="0"/>
                </a:moveTo>
                <a:lnTo>
                  <a:pt x="3524457" y="2308731"/>
                </a:lnTo>
                <a:lnTo>
                  <a:pt x="3484186" y="2308530"/>
                </a:lnTo>
                <a:lnTo>
                  <a:pt x="3432705" y="2307759"/>
                </a:lnTo>
                <a:lnTo>
                  <a:pt x="3381234" y="2306474"/>
                </a:lnTo>
                <a:lnTo>
                  <a:pt x="3329779" y="2304674"/>
                </a:lnTo>
                <a:lnTo>
                  <a:pt x="3278344" y="2302359"/>
                </a:lnTo>
                <a:lnTo>
                  <a:pt x="3226935" y="2299530"/>
                </a:lnTo>
                <a:lnTo>
                  <a:pt x="3175557" y="2296186"/>
                </a:lnTo>
                <a:lnTo>
                  <a:pt x="3124215" y="2292329"/>
                </a:lnTo>
                <a:lnTo>
                  <a:pt x="3072915" y="2287957"/>
                </a:lnTo>
                <a:lnTo>
                  <a:pt x="3021661" y="2283071"/>
                </a:lnTo>
                <a:lnTo>
                  <a:pt x="2970458" y="2277672"/>
                </a:lnTo>
                <a:lnTo>
                  <a:pt x="2919312" y="2271759"/>
                </a:lnTo>
                <a:lnTo>
                  <a:pt x="2868229" y="2265333"/>
                </a:lnTo>
                <a:lnTo>
                  <a:pt x="2817212" y="2258393"/>
                </a:lnTo>
                <a:lnTo>
                  <a:pt x="2758190" y="2247243"/>
                </a:lnTo>
                <a:lnTo>
                  <a:pt x="2704618" y="2222667"/>
                </a:lnTo>
                <a:lnTo>
                  <a:pt x="2673150" y="2190047"/>
                </a:lnTo>
                <a:lnTo>
                  <a:pt x="2653073" y="2149473"/>
                </a:lnTo>
                <a:lnTo>
                  <a:pt x="2641949" y="2103675"/>
                </a:lnTo>
                <a:lnTo>
                  <a:pt x="2637337" y="2055385"/>
                </a:lnTo>
                <a:lnTo>
                  <a:pt x="2636799" y="2007335"/>
                </a:lnTo>
                <a:lnTo>
                  <a:pt x="2646120" y="1399389"/>
                </a:lnTo>
                <a:lnTo>
                  <a:pt x="2652256" y="1197056"/>
                </a:lnTo>
                <a:lnTo>
                  <a:pt x="2658952" y="1045538"/>
                </a:lnTo>
                <a:lnTo>
                  <a:pt x="2664661" y="944664"/>
                </a:lnTo>
                <a:lnTo>
                  <a:pt x="2671520" y="843918"/>
                </a:lnTo>
                <a:lnTo>
                  <a:pt x="2679662" y="743316"/>
                </a:lnTo>
                <a:lnTo>
                  <a:pt x="2689218" y="642873"/>
                </a:lnTo>
                <a:lnTo>
                  <a:pt x="2694569" y="592716"/>
                </a:lnTo>
                <a:lnTo>
                  <a:pt x="2700322" y="542604"/>
                </a:lnTo>
                <a:lnTo>
                  <a:pt x="2706496" y="492540"/>
                </a:lnTo>
                <a:lnTo>
                  <a:pt x="2713106" y="442525"/>
                </a:lnTo>
                <a:lnTo>
                  <a:pt x="2720169" y="392561"/>
                </a:lnTo>
                <a:lnTo>
                  <a:pt x="2727702" y="342650"/>
                </a:lnTo>
                <a:lnTo>
                  <a:pt x="2735720" y="292794"/>
                </a:lnTo>
                <a:lnTo>
                  <a:pt x="2744241" y="242995"/>
                </a:lnTo>
                <a:lnTo>
                  <a:pt x="2753281" y="193254"/>
                </a:lnTo>
                <a:lnTo>
                  <a:pt x="2762857" y="143574"/>
                </a:lnTo>
                <a:lnTo>
                  <a:pt x="2772986" y="93957"/>
                </a:lnTo>
                <a:lnTo>
                  <a:pt x="2734899" y="0"/>
                </a:lnTo>
                <a:lnTo>
                  <a:pt x="3524457" y="0"/>
                </a:lnTo>
                <a:close/>
              </a:path>
            </a:pathLst>
          </a:custGeom>
          <a:solidFill>
            <a:srgbClr val="1A237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8330"/>
              </a:lnSpc>
              <a:spcBef>
                <a:spcPts val="265"/>
              </a:spcBef>
            </a:pPr>
            <a:r>
              <a:rPr spc="160" dirty="0"/>
              <a:t>Challenges</a:t>
            </a:r>
            <a:r>
              <a:rPr spc="100" dirty="0"/>
              <a:t> </a:t>
            </a:r>
            <a:r>
              <a:rPr spc="80" dirty="0"/>
              <a:t>and </a:t>
            </a:r>
            <a:r>
              <a:rPr spc="150" dirty="0"/>
              <a:t>Learnings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721974" y="3326524"/>
            <a:ext cx="5290185" cy="214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LIMITATIONS</a:t>
            </a:r>
            <a:r>
              <a:rPr sz="2400" spc="-45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3849AB"/>
                </a:solidFill>
                <a:latin typeface="Tahoma"/>
                <a:cs typeface="Tahoma"/>
              </a:rPr>
              <a:t>FACED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  <a:spcBef>
                <a:spcPts val="2250"/>
              </a:spcBef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-9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project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faced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significant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limitations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due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to 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reliance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on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HTML/CSS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,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restricting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design </a:t>
            </a:r>
            <a:r>
              <a:rPr sz="2100" spc="-65" dirty="0">
                <a:solidFill>
                  <a:srgbClr val="283493"/>
                </a:solidFill>
                <a:latin typeface="Trebuchet MS"/>
                <a:cs typeface="Trebuchet MS"/>
              </a:rPr>
              <a:t>flexibility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advanced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interactivity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within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-1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application.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721974" y="6380183"/>
            <a:ext cx="5300345" cy="2148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3849AB"/>
                </a:solidFill>
                <a:latin typeface="Tahoma"/>
                <a:cs typeface="Tahoma"/>
              </a:rPr>
              <a:t>CREATIVE</a:t>
            </a:r>
            <a:r>
              <a:rPr sz="2400" spc="-60" dirty="0">
                <a:solidFill>
                  <a:srgbClr val="3849AB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3849AB"/>
                </a:solidFill>
                <a:latin typeface="Tahoma"/>
                <a:cs typeface="Tahoma"/>
              </a:rPr>
              <a:t>GROWTH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  <a:spcBef>
                <a:spcPts val="2250"/>
              </a:spcBef>
            </a:pP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Despite</a:t>
            </a:r>
            <a:r>
              <a:rPr sz="2100" spc="-1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challenges,</a:t>
            </a:r>
            <a:r>
              <a:rPr sz="2100" spc="-10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-10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team</a:t>
            </a:r>
            <a:r>
              <a:rPr sz="2100" spc="-1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experienced </a:t>
            </a:r>
            <a:r>
              <a:rPr sz="2100" b="1" spc="-35" dirty="0">
                <a:solidFill>
                  <a:srgbClr val="283493"/>
                </a:solidFill>
                <a:latin typeface="Trebuchet MS"/>
                <a:cs typeface="Trebuchet MS"/>
              </a:rPr>
              <a:t>improved</a:t>
            </a:r>
            <a:r>
              <a:rPr sz="2100" b="1" spc="-12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code</a:t>
            </a:r>
            <a:r>
              <a:rPr sz="2100" b="1" spc="-12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spc="-25" dirty="0">
                <a:solidFill>
                  <a:srgbClr val="283493"/>
                </a:solidFill>
                <a:latin typeface="Trebuchet MS"/>
                <a:cs typeface="Trebuchet MS"/>
              </a:rPr>
              <a:t>structure</a:t>
            </a:r>
            <a:r>
              <a:rPr sz="2100" b="1" spc="-6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6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increased 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creativity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in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problem-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solving,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enhancing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our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development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skills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and</a:t>
            </a:r>
            <a:r>
              <a:rPr sz="2100" spc="-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adaptability.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7210502"/>
            <a:ext cx="3124835" cy="3076575"/>
          </a:xfrm>
          <a:custGeom>
            <a:avLst/>
            <a:gdLst/>
            <a:ahLst/>
            <a:cxnLst/>
            <a:rect l="l" t="t" r="r" b="b"/>
            <a:pathLst>
              <a:path w="3124835" h="3076575">
                <a:moveTo>
                  <a:pt x="2949434" y="3076497"/>
                </a:moveTo>
                <a:lnTo>
                  <a:pt x="0" y="3076497"/>
                </a:lnTo>
                <a:lnTo>
                  <a:pt x="0" y="139526"/>
                </a:lnTo>
                <a:lnTo>
                  <a:pt x="35991" y="118322"/>
                </a:lnTo>
                <a:lnTo>
                  <a:pt x="78646" y="95110"/>
                </a:lnTo>
                <a:lnTo>
                  <a:pt x="122117" y="73430"/>
                </a:lnTo>
                <a:lnTo>
                  <a:pt x="166426" y="53363"/>
                </a:lnTo>
                <a:lnTo>
                  <a:pt x="211599" y="34989"/>
                </a:lnTo>
                <a:lnTo>
                  <a:pt x="257657" y="18390"/>
                </a:lnTo>
                <a:lnTo>
                  <a:pt x="292960" y="7715"/>
                </a:lnTo>
                <a:lnTo>
                  <a:pt x="293175" y="7715"/>
                </a:lnTo>
                <a:lnTo>
                  <a:pt x="328330" y="871"/>
                </a:lnTo>
                <a:lnTo>
                  <a:pt x="398535" y="7715"/>
                </a:lnTo>
                <a:lnTo>
                  <a:pt x="441437" y="35393"/>
                </a:lnTo>
                <a:lnTo>
                  <a:pt x="472732" y="76786"/>
                </a:lnTo>
                <a:lnTo>
                  <a:pt x="495309" y="126211"/>
                </a:lnTo>
                <a:lnTo>
                  <a:pt x="512059" y="177981"/>
                </a:lnTo>
                <a:lnTo>
                  <a:pt x="631764" y="591144"/>
                </a:lnTo>
                <a:lnTo>
                  <a:pt x="645513" y="639247"/>
                </a:lnTo>
                <a:lnTo>
                  <a:pt x="659012" y="687489"/>
                </a:lnTo>
                <a:lnTo>
                  <a:pt x="672126" y="735865"/>
                </a:lnTo>
                <a:lnTo>
                  <a:pt x="684721" y="784371"/>
                </a:lnTo>
                <a:lnTo>
                  <a:pt x="696663" y="833005"/>
                </a:lnTo>
                <a:lnTo>
                  <a:pt x="707818" y="881764"/>
                </a:lnTo>
                <a:lnTo>
                  <a:pt x="718053" y="930643"/>
                </a:lnTo>
                <a:lnTo>
                  <a:pt x="727233" y="979640"/>
                </a:lnTo>
                <a:lnTo>
                  <a:pt x="735224" y="1028751"/>
                </a:lnTo>
                <a:lnTo>
                  <a:pt x="741892" y="1077972"/>
                </a:lnTo>
                <a:lnTo>
                  <a:pt x="747103" y="1127302"/>
                </a:lnTo>
                <a:lnTo>
                  <a:pt x="750724" y="1176735"/>
                </a:lnTo>
                <a:lnTo>
                  <a:pt x="752621" y="1226269"/>
                </a:lnTo>
                <a:lnTo>
                  <a:pt x="752658" y="1275900"/>
                </a:lnTo>
                <a:lnTo>
                  <a:pt x="750703" y="1325625"/>
                </a:lnTo>
                <a:lnTo>
                  <a:pt x="746777" y="1374320"/>
                </a:lnTo>
                <a:lnTo>
                  <a:pt x="740987" y="1422666"/>
                </a:lnTo>
                <a:lnTo>
                  <a:pt x="733485" y="1470693"/>
                </a:lnTo>
                <a:lnTo>
                  <a:pt x="724423" y="1518432"/>
                </a:lnTo>
                <a:lnTo>
                  <a:pt x="713953" y="1565911"/>
                </a:lnTo>
                <a:lnTo>
                  <a:pt x="702228" y="1613160"/>
                </a:lnTo>
                <a:lnTo>
                  <a:pt x="689400" y="1660210"/>
                </a:lnTo>
                <a:lnTo>
                  <a:pt x="675621" y="1707091"/>
                </a:lnTo>
                <a:lnTo>
                  <a:pt x="661043" y="1753832"/>
                </a:lnTo>
                <a:lnTo>
                  <a:pt x="645818" y="1800463"/>
                </a:lnTo>
                <a:lnTo>
                  <a:pt x="630099" y="1847014"/>
                </a:lnTo>
                <a:lnTo>
                  <a:pt x="614059" y="1893456"/>
                </a:lnTo>
                <a:lnTo>
                  <a:pt x="581499" y="1986484"/>
                </a:lnTo>
                <a:lnTo>
                  <a:pt x="565325" y="2033013"/>
                </a:lnTo>
                <a:lnTo>
                  <a:pt x="549418" y="2079612"/>
                </a:lnTo>
                <a:lnTo>
                  <a:pt x="533929" y="2126309"/>
                </a:lnTo>
                <a:lnTo>
                  <a:pt x="519012" y="2173135"/>
                </a:lnTo>
                <a:lnTo>
                  <a:pt x="504819" y="2220120"/>
                </a:lnTo>
                <a:lnTo>
                  <a:pt x="491500" y="2267294"/>
                </a:lnTo>
                <a:lnTo>
                  <a:pt x="479210" y="2314686"/>
                </a:lnTo>
                <a:lnTo>
                  <a:pt x="468100" y="2362327"/>
                </a:lnTo>
                <a:lnTo>
                  <a:pt x="458323" y="2410245"/>
                </a:lnTo>
                <a:lnTo>
                  <a:pt x="450029" y="2458472"/>
                </a:lnTo>
                <a:lnTo>
                  <a:pt x="3091178" y="2458472"/>
                </a:lnTo>
                <a:lnTo>
                  <a:pt x="3091657" y="2459957"/>
                </a:lnTo>
                <a:lnTo>
                  <a:pt x="3104342" y="2507938"/>
                </a:lnTo>
                <a:lnTo>
                  <a:pt x="3113992" y="2554968"/>
                </a:lnTo>
                <a:lnTo>
                  <a:pt x="3120747" y="2602606"/>
                </a:lnTo>
                <a:lnTo>
                  <a:pt x="3124240" y="2650530"/>
                </a:lnTo>
                <a:lnTo>
                  <a:pt x="3124105" y="2698419"/>
                </a:lnTo>
                <a:lnTo>
                  <a:pt x="3119976" y="2745950"/>
                </a:lnTo>
                <a:lnTo>
                  <a:pt x="3111488" y="2792804"/>
                </a:lnTo>
                <a:lnTo>
                  <a:pt x="3098273" y="2838658"/>
                </a:lnTo>
                <a:lnTo>
                  <a:pt x="3078454" y="2886873"/>
                </a:lnTo>
                <a:lnTo>
                  <a:pt x="3053965" y="2932938"/>
                </a:lnTo>
                <a:lnTo>
                  <a:pt x="3025881" y="2977082"/>
                </a:lnTo>
                <a:lnTo>
                  <a:pt x="2995276" y="3019533"/>
                </a:lnTo>
                <a:lnTo>
                  <a:pt x="2963921" y="3059424"/>
                </a:lnTo>
                <a:lnTo>
                  <a:pt x="2949434" y="3076497"/>
                </a:lnTo>
                <a:close/>
              </a:path>
              <a:path w="3124835" h="3076575">
                <a:moveTo>
                  <a:pt x="3091178" y="2458472"/>
                </a:moveTo>
                <a:lnTo>
                  <a:pt x="450029" y="2458472"/>
                </a:lnTo>
                <a:lnTo>
                  <a:pt x="518933" y="2382018"/>
                </a:lnTo>
                <a:lnTo>
                  <a:pt x="553538" y="2344119"/>
                </a:lnTo>
                <a:lnTo>
                  <a:pt x="588275" y="2306474"/>
                </a:lnTo>
                <a:lnTo>
                  <a:pt x="623165" y="2269111"/>
                </a:lnTo>
                <a:lnTo>
                  <a:pt x="658230" y="2232058"/>
                </a:lnTo>
                <a:lnTo>
                  <a:pt x="693491" y="2195343"/>
                </a:lnTo>
                <a:lnTo>
                  <a:pt x="728971" y="2158992"/>
                </a:lnTo>
                <a:lnTo>
                  <a:pt x="764690" y="2123033"/>
                </a:lnTo>
                <a:lnTo>
                  <a:pt x="800672" y="2087495"/>
                </a:lnTo>
                <a:lnTo>
                  <a:pt x="836937" y="2052403"/>
                </a:lnTo>
                <a:lnTo>
                  <a:pt x="873508" y="2017787"/>
                </a:lnTo>
                <a:lnTo>
                  <a:pt x="910405" y="1983673"/>
                </a:lnTo>
                <a:lnTo>
                  <a:pt x="947652" y="1950089"/>
                </a:lnTo>
                <a:lnTo>
                  <a:pt x="985269" y="1917062"/>
                </a:lnTo>
                <a:lnTo>
                  <a:pt x="1023278" y="1884620"/>
                </a:lnTo>
                <a:lnTo>
                  <a:pt x="1061702" y="1852791"/>
                </a:lnTo>
                <a:lnTo>
                  <a:pt x="1100562" y="1821601"/>
                </a:lnTo>
                <a:lnTo>
                  <a:pt x="1139879" y="1791079"/>
                </a:lnTo>
                <a:lnTo>
                  <a:pt x="1179675" y="1761252"/>
                </a:lnTo>
                <a:lnTo>
                  <a:pt x="1219973" y="1732148"/>
                </a:lnTo>
                <a:lnTo>
                  <a:pt x="1260793" y="1703794"/>
                </a:lnTo>
                <a:lnTo>
                  <a:pt x="1302158" y="1676217"/>
                </a:lnTo>
                <a:lnTo>
                  <a:pt x="1344090" y="1649445"/>
                </a:lnTo>
                <a:lnTo>
                  <a:pt x="1386609" y="1623506"/>
                </a:lnTo>
                <a:lnTo>
                  <a:pt x="1429738" y="1598426"/>
                </a:lnTo>
                <a:lnTo>
                  <a:pt x="1473499" y="1574235"/>
                </a:lnTo>
                <a:lnTo>
                  <a:pt x="1517914" y="1550958"/>
                </a:lnTo>
                <a:lnTo>
                  <a:pt x="1563003" y="1528625"/>
                </a:lnTo>
                <a:lnTo>
                  <a:pt x="1608790" y="1507261"/>
                </a:lnTo>
                <a:lnTo>
                  <a:pt x="1655295" y="1486895"/>
                </a:lnTo>
                <a:lnTo>
                  <a:pt x="1702540" y="1467554"/>
                </a:lnTo>
                <a:lnTo>
                  <a:pt x="1750547" y="1449266"/>
                </a:lnTo>
                <a:lnTo>
                  <a:pt x="1815231" y="1429379"/>
                </a:lnTo>
                <a:lnTo>
                  <a:pt x="1848358" y="1424415"/>
                </a:lnTo>
                <a:lnTo>
                  <a:pt x="1881743" y="1424993"/>
                </a:lnTo>
                <a:lnTo>
                  <a:pt x="1932237" y="1438199"/>
                </a:lnTo>
                <a:lnTo>
                  <a:pt x="1980273" y="1459818"/>
                </a:lnTo>
                <a:lnTo>
                  <a:pt x="2114446" y="1525591"/>
                </a:lnTo>
                <a:lnTo>
                  <a:pt x="2203371" y="1570679"/>
                </a:lnTo>
                <a:lnTo>
                  <a:pt x="2247521" y="1593793"/>
                </a:lnTo>
                <a:lnTo>
                  <a:pt x="2291394" y="1617375"/>
                </a:lnTo>
                <a:lnTo>
                  <a:pt x="2334937" y="1641490"/>
                </a:lnTo>
                <a:lnTo>
                  <a:pt x="2378100" y="1666204"/>
                </a:lnTo>
                <a:lnTo>
                  <a:pt x="2420829" y="1691584"/>
                </a:lnTo>
                <a:lnTo>
                  <a:pt x="2463074" y="1717694"/>
                </a:lnTo>
                <a:lnTo>
                  <a:pt x="2504782" y="1744602"/>
                </a:lnTo>
                <a:lnTo>
                  <a:pt x="2545902" y="1772372"/>
                </a:lnTo>
                <a:lnTo>
                  <a:pt x="2586382" y="1801071"/>
                </a:lnTo>
                <a:lnTo>
                  <a:pt x="2626170" y="1830764"/>
                </a:lnTo>
                <a:lnTo>
                  <a:pt x="2665214" y="1861518"/>
                </a:lnTo>
                <a:lnTo>
                  <a:pt x="2703451" y="1893456"/>
                </a:lnTo>
                <a:lnTo>
                  <a:pt x="2740779" y="1926639"/>
                </a:lnTo>
                <a:lnTo>
                  <a:pt x="2777084" y="1961044"/>
                </a:lnTo>
                <a:lnTo>
                  <a:pt x="2812252" y="1996645"/>
                </a:lnTo>
                <a:lnTo>
                  <a:pt x="2846170" y="2033416"/>
                </a:lnTo>
                <a:lnTo>
                  <a:pt x="2878725" y="2071333"/>
                </a:lnTo>
                <a:lnTo>
                  <a:pt x="2909803" y="2110370"/>
                </a:lnTo>
                <a:lnTo>
                  <a:pt x="2939291" y="2150501"/>
                </a:lnTo>
                <a:lnTo>
                  <a:pt x="2967075" y="2191703"/>
                </a:lnTo>
                <a:lnTo>
                  <a:pt x="2993043" y="2233948"/>
                </a:lnTo>
                <a:lnTo>
                  <a:pt x="3017080" y="2277213"/>
                </a:lnTo>
                <a:lnTo>
                  <a:pt x="3039073" y="2321471"/>
                </a:lnTo>
                <a:lnTo>
                  <a:pt x="3058910" y="2366698"/>
                </a:lnTo>
                <a:lnTo>
                  <a:pt x="3076475" y="2412868"/>
                </a:lnTo>
                <a:lnTo>
                  <a:pt x="3091178" y="2458472"/>
                </a:lnTo>
                <a:close/>
              </a:path>
            </a:pathLst>
          </a:custGeom>
          <a:solidFill>
            <a:srgbClr val="1A237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72950" y="0"/>
            <a:ext cx="6115049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654049" y="4063537"/>
            <a:ext cx="9768840" cy="1611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65" dirty="0">
                <a:solidFill>
                  <a:srgbClr val="3849AB"/>
                </a:solidFill>
                <a:latin typeface="Trebuchet MS"/>
                <a:cs typeface="Trebuchet MS"/>
              </a:rPr>
              <a:t>SHOPPING</a:t>
            </a:r>
            <a:r>
              <a:rPr sz="2400" b="1" spc="-95" dirty="0">
                <a:solidFill>
                  <a:srgbClr val="3849AB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49AB"/>
                </a:solidFill>
                <a:latin typeface="Trebuchet MS"/>
                <a:cs typeface="Trebuchet MS"/>
              </a:rPr>
              <a:t>CART</a:t>
            </a:r>
            <a:r>
              <a:rPr sz="2400" b="1" spc="-95" dirty="0">
                <a:solidFill>
                  <a:srgbClr val="3849AB"/>
                </a:solidFill>
                <a:latin typeface="Trebuchet MS"/>
                <a:cs typeface="Trebuchet MS"/>
              </a:rPr>
              <a:t> </a:t>
            </a:r>
            <a:r>
              <a:rPr sz="2400" b="1" dirty="0">
                <a:solidFill>
                  <a:srgbClr val="3849AB"/>
                </a:solidFill>
                <a:latin typeface="Trebuchet MS"/>
                <a:cs typeface="Trebuchet MS"/>
              </a:rPr>
              <a:t>AND</a:t>
            </a:r>
            <a:r>
              <a:rPr sz="2400" b="1" spc="-95" dirty="0">
                <a:solidFill>
                  <a:srgbClr val="3849AB"/>
                </a:solidFill>
                <a:latin typeface="Trebuchet MS"/>
                <a:cs typeface="Trebuchet MS"/>
              </a:rPr>
              <a:t> </a:t>
            </a:r>
            <a:r>
              <a:rPr sz="2400" b="1" spc="55" dirty="0">
                <a:solidFill>
                  <a:srgbClr val="3849AB"/>
                </a:solidFill>
                <a:latin typeface="Trebuchet MS"/>
                <a:cs typeface="Trebuchet MS"/>
              </a:rPr>
              <a:t>PURCHASE</a:t>
            </a:r>
            <a:r>
              <a:rPr sz="2400" b="1" spc="-95" dirty="0">
                <a:solidFill>
                  <a:srgbClr val="3849AB"/>
                </a:solidFill>
                <a:latin typeface="Trebuchet MS"/>
                <a:cs typeface="Trebuchet MS"/>
              </a:rPr>
              <a:t> </a:t>
            </a:r>
            <a:r>
              <a:rPr sz="2400" b="1" spc="60" dirty="0">
                <a:solidFill>
                  <a:srgbClr val="3849AB"/>
                </a:solidFill>
                <a:latin typeface="Trebuchet MS"/>
                <a:cs typeface="Trebuchet MS"/>
              </a:rPr>
              <a:t>PROCESS</a:t>
            </a:r>
            <a:endParaRPr sz="2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30"/>
              </a:spcBef>
            </a:pPr>
            <a:endParaRPr sz="2400">
              <a:latin typeface="Trebuchet MS"/>
              <a:cs typeface="Trebuchet MS"/>
            </a:endParaRPr>
          </a:p>
          <a:p>
            <a:pPr marL="12700" marR="5080">
              <a:lnSpc>
                <a:spcPct val="114900"/>
              </a:lnSpc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This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workflow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diagram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illustrates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seamless</a:t>
            </a:r>
            <a:r>
              <a:rPr sz="2100" b="1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process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from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product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selection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to 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checkout,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ensuring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an</a:t>
            </a:r>
            <a:r>
              <a:rPr sz="2100" spc="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65" dirty="0">
                <a:solidFill>
                  <a:srgbClr val="283493"/>
                </a:solidFill>
                <a:latin typeface="Trebuchet MS"/>
                <a:cs typeface="Trebuchet MS"/>
              </a:rPr>
              <a:t>efficient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user</a:t>
            </a:r>
            <a:r>
              <a:rPr sz="2100" spc="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experience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throughout</a:t>
            </a:r>
            <a:r>
              <a:rPr sz="2100" spc="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purchase</a:t>
            </a:r>
            <a:r>
              <a:rPr sz="2100" spc="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journey.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>
              <a:lnSpc>
                <a:spcPts val="8310"/>
              </a:lnSpc>
              <a:spcBef>
                <a:spcPts val="290"/>
              </a:spcBef>
            </a:pPr>
            <a:r>
              <a:rPr spc="175" dirty="0"/>
              <a:t>System</a:t>
            </a:r>
            <a:r>
              <a:rPr spc="114" dirty="0"/>
              <a:t> </a:t>
            </a:r>
            <a:r>
              <a:rPr spc="175" dirty="0"/>
              <a:t>Workflow</a:t>
            </a:r>
            <a:r>
              <a:rPr spc="120" dirty="0"/>
              <a:t> </a:t>
            </a:r>
            <a:r>
              <a:rPr dirty="0"/>
              <a:t>for</a:t>
            </a:r>
            <a:r>
              <a:rPr spc="120" dirty="0"/>
              <a:t> </a:t>
            </a:r>
            <a:r>
              <a:rPr spc="110" dirty="0"/>
              <a:t>E- </a:t>
            </a:r>
            <a:r>
              <a:rPr spc="195" dirty="0"/>
              <a:t>Commerce</a:t>
            </a:r>
            <a:r>
              <a:rPr spc="85" dirty="0"/>
              <a:t> </a:t>
            </a:r>
            <a:r>
              <a:rPr spc="180" dirty="0"/>
              <a:t>Checkout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02FE-A46D-6B8C-5FC0-083BB6043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75BD9-4EE4-289F-2E85-71A87F8AE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62148F-2085-CBFD-EA7E-4158A412AF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78308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573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A802C-D8B5-B138-E02D-A4F9E78906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800" y="0"/>
            <a:ext cx="10744200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3271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8330"/>
              </a:lnSpc>
              <a:spcBef>
                <a:spcPts val="265"/>
              </a:spcBef>
            </a:pPr>
            <a:r>
              <a:rPr dirty="0"/>
              <a:t>Future</a:t>
            </a:r>
            <a:r>
              <a:rPr spc="285" dirty="0"/>
              <a:t> </a:t>
            </a:r>
            <a:r>
              <a:rPr spc="105" dirty="0"/>
              <a:t>Growth </a:t>
            </a:r>
            <a:r>
              <a:rPr spc="125" dirty="0"/>
              <a:t>Opportunities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942" y="6366705"/>
            <a:ext cx="91905" cy="9190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942" y="6734327"/>
            <a:ext cx="91905" cy="9190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8942" y="7101950"/>
            <a:ext cx="91905" cy="919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68942" y="7469571"/>
            <a:ext cx="91905" cy="91905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BACKEND</a:t>
            </a:r>
            <a:r>
              <a:rPr spc="10" dirty="0"/>
              <a:t> </a:t>
            </a:r>
            <a:r>
              <a:rPr spc="-20" dirty="0"/>
              <a:t>DEVELOPMENT</a:t>
            </a:r>
            <a:r>
              <a:rPr spc="10" dirty="0"/>
              <a:t> </a:t>
            </a:r>
            <a:r>
              <a:rPr spc="-10" dirty="0"/>
              <a:t>POTENTIAL</a:t>
            </a:r>
          </a:p>
          <a:p>
            <a:pPr>
              <a:lnSpc>
                <a:spcPct val="100000"/>
              </a:lnSpc>
              <a:spcBef>
                <a:spcPts val="935"/>
              </a:spcBef>
            </a:pPr>
            <a:endParaRPr spc="-10" dirty="0"/>
          </a:p>
          <a:p>
            <a:pPr marL="12700" marR="5080">
              <a:lnSpc>
                <a:spcPct val="114900"/>
              </a:lnSpc>
            </a:pPr>
            <a:r>
              <a:rPr sz="2100" spc="114" dirty="0">
                <a:solidFill>
                  <a:srgbClr val="283493"/>
                </a:solidFill>
                <a:latin typeface="Trebuchet MS"/>
                <a:cs typeface="Trebuchet MS"/>
              </a:rPr>
              <a:t>As</a:t>
            </a:r>
            <a:r>
              <a:rPr sz="2100" spc="-9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30" dirty="0">
                <a:solidFill>
                  <a:srgbClr val="283493"/>
                </a:solidFill>
                <a:latin typeface="Trebuchet MS"/>
                <a:cs typeface="Trebuchet MS"/>
              </a:rPr>
              <a:t>we</a:t>
            </a:r>
            <a:r>
              <a:rPr sz="2100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look</a:t>
            </a:r>
            <a:r>
              <a:rPr sz="2100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40" dirty="0">
                <a:solidFill>
                  <a:srgbClr val="283493"/>
                </a:solidFill>
                <a:latin typeface="Trebuchet MS"/>
                <a:cs typeface="Trebuchet MS"/>
              </a:rPr>
              <a:t>forward,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the</a:t>
            </a:r>
            <a:r>
              <a:rPr sz="2100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spc="-25" dirty="0">
                <a:solidFill>
                  <a:srgbClr val="283493"/>
                </a:solidFill>
                <a:latin typeface="Trebuchet MS"/>
                <a:cs typeface="Trebuchet MS"/>
              </a:rPr>
              <a:t>integration</a:t>
            </a:r>
            <a:r>
              <a:rPr sz="2100" b="1" spc="-1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spc="-45" dirty="0">
                <a:solidFill>
                  <a:srgbClr val="283493"/>
                </a:solidFill>
                <a:latin typeface="Trebuchet MS"/>
                <a:cs typeface="Trebuchet MS"/>
              </a:rPr>
              <a:t>of</a:t>
            </a:r>
            <a:r>
              <a:rPr sz="2100" b="1" spc="-13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spc="-10" dirty="0">
                <a:solidFill>
                  <a:srgbClr val="283493"/>
                </a:solidFill>
                <a:latin typeface="Trebuchet MS"/>
                <a:cs typeface="Trebuchet MS"/>
              </a:rPr>
              <a:t>backend</a:t>
            </a:r>
            <a:r>
              <a:rPr sz="2100" b="1" spc="-13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b="1" dirty="0">
                <a:solidFill>
                  <a:srgbClr val="283493"/>
                </a:solidFill>
                <a:latin typeface="Trebuchet MS"/>
                <a:cs typeface="Trebuchet MS"/>
              </a:rPr>
              <a:t>services</a:t>
            </a:r>
            <a:r>
              <a:rPr sz="2100" b="1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will</a:t>
            </a:r>
            <a:r>
              <a:rPr sz="2100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significantly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enhance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our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system.</a:t>
            </a:r>
            <a:endParaRPr sz="2100">
              <a:latin typeface="Trebuchet MS"/>
              <a:cs typeface="Trebuchet MS"/>
            </a:endParaRPr>
          </a:p>
          <a:p>
            <a:pPr marL="465455" marR="4511675" indent="-453390">
              <a:lnSpc>
                <a:spcPct val="114900"/>
              </a:lnSpc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Key</a:t>
            </a:r>
            <a:r>
              <a:rPr sz="2100" spc="-8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areas</a:t>
            </a:r>
            <a:r>
              <a:rPr sz="2100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for</a:t>
            </a:r>
            <a:r>
              <a:rPr sz="2100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0" dirty="0">
                <a:solidFill>
                  <a:srgbClr val="283493"/>
                </a:solidFill>
                <a:latin typeface="Trebuchet MS"/>
                <a:cs typeface="Trebuchet MS"/>
              </a:rPr>
              <a:t>improvement</a:t>
            </a:r>
            <a:r>
              <a:rPr sz="2100" spc="-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25" dirty="0">
                <a:solidFill>
                  <a:srgbClr val="283493"/>
                </a:solidFill>
                <a:latin typeface="Trebuchet MS"/>
                <a:cs typeface="Trebuchet MS"/>
              </a:rPr>
              <a:t>include: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Streamlined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data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management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Enhanced</a:t>
            </a:r>
            <a:r>
              <a:rPr sz="2100" spc="7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user</a:t>
            </a:r>
            <a:r>
              <a:rPr sz="2100" spc="7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authentication</a:t>
            </a:r>
            <a:endParaRPr sz="2100">
              <a:latin typeface="Trebuchet MS"/>
              <a:cs typeface="Trebuchet MS"/>
            </a:endParaRPr>
          </a:p>
          <a:p>
            <a:pPr marL="465455" marR="1941830">
              <a:lnSpc>
                <a:spcPct val="114900"/>
              </a:lnSpc>
            </a:pP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Improved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performance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through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scalable</a:t>
            </a:r>
            <a:r>
              <a:rPr sz="2100" spc="-15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architecture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These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advancements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85" dirty="0">
                <a:solidFill>
                  <a:srgbClr val="283493"/>
                </a:solidFill>
                <a:latin typeface="Trebuchet MS"/>
                <a:cs typeface="Trebuchet MS"/>
              </a:rPr>
              <a:t>will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dirty="0">
                <a:solidFill>
                  <a:srgbClr val="283493"/>
                </a:solidFill>
                <a:latin typeface="Trebuchet MS"/>
                <a:cs typeface="Trebuchet MS"/>
              </a:rPr>
              <a:t>support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</a:t>
            </a:r>
            <a:r>
              <a:rPr sz="2100" spc="-45" dirty="0">
                <a:solidFill>
                  <a:srgbClr val="283493"/>
                </a:solidFill>
                <a:latin typeface="Trebuchet MS"/>
                <a:cs typeface="Trebuchet MS"/>
              </a:rPr>
              <a:t>future</a:t>
            </a:r>
            <a:r>
              <a:rPr sz="2100" spc="-10" dirty="0">
                <a:solidFill>
                  <a:srgbClr val="283493"/>
                </a:solidFill>
                <a:latin typeface="Trebuchet MS"/>
                <a:cs typeface="Trebuchet MS"/>
              </a:rPr>
              <a:t> growth.</a:t>
            </a:r>
            <a:endParaRPr sz="2100">
              <a:latin typeface="Trebuchet MS"/>
              <a:cs typeface="Trebuchet MS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167621" y="7350028"/>
            <a:ext cx="3120390" cy="2937510"/>
          </a:xfrm>
          <a:custGeom>
            <a:avLst/>
            <a:gdLst/>
            <a:ahLst/>
            <a:cxnLst/>
            <a:rect l="l" t="t" r="r" b="b"/>
            <a:pathLst>
              <a:path w="3120390" h="2937509">
                <a:moveTo>
                  <a:pt x="3120376" y="2461604"/>
                </a:moveTo>
                <a:lnTo>
                  <a:pt x="2535259" y="2461604"/>
                </a:lnTo>
                <a:lnTo>
                  <a:pt x="2512328" y="2417238"/>
                </a:lnTo>
                <a:lnTo>
                  <a:pt x="2490101" y="2372515"/>
                </a:lnTo>
                <a:lnTo>
                  <a:pt x="2468582" y="2327447"/>
                </a:lnTo>
                <a:lnTo>
                  <a:pt x="2447776" y="2282046"/>
                </a:lnTo>
                <a:lnTo>
                  <a:pt x="2427686" y="2236324"/>
                </a:lnTo>
                <a:lnTo>
                  <a:pt x="2408317" y="2190291"/>
                </a:lnTo>
                <a:lnTo>
                  <a:pt x="2389672" y="2143959"/>
                </a:lnTo>
                <a:lnTo>
                  <a:pt x="2371756" y="2097341"/>
                </a:lnTo>
                <a:lnTo>
                  <a:pt x="2354573" y="2050448"/>
                </a:lnTo>
                <a:lnTo>
                  <a:pt x="2338127" y="2003292"/>
                </a:lnTo>
                <a:lnTo>
                  <a:pt x="2322514" y="1956164"/>
                </a:lnTo>
                <a:lnTo>
                  <a:pt x="2307461" y="1908234"/>
                </a:lnTo>
                <a:lnTo>
                  <a:pt x="2293249" y="1860357"/>
                </a:lnTo>
                <a:lnTo>
                  <a:pt x="2279791" y="1812263"/>
                </a:lnTo>
                <a:lnTo>
                  <a:pt x="2267089" y="1763963"/>
                </a:lnTo>
                <a:lnTo>
                  <a:pt x="2255149" y="1715470"/>
                </a:lnTo>
                <a:lnTo>
                  <a:pt x="2243974" y="1666795"/>
                </a:lnTo>
                <a:lnTo>
                  <a:pt x="2233568" y="1617949"/>
                </a:lnTo>
                <a:lnTo>
                  <a:pt x="2223936" y="1568945"/>
                </a:lnTo>
                <a:lnTo>
                  <a:pt x="2215206" y="1520146"/>
                </a:lnTo>
                <a:lnTo>
                  <a:pt x="2207484" y="1471035"/>
                </a:lnTo>
                <a:lnTo>
                  <a:pt x="2201002" y="1421700"/>
                </a:lnTo>
                <a:lnTo>
                  <a:pt x="2195990" y="1372232"/>
                </a:lnTo>
                <a:lnTo>
                  <a:pt x="2192677" y="1322719"/>
                </a:lnTo>
                <a:lnTo>
                  <a:pt x="2191295" y="1273250"/>
                </a:lnTo>
                <a:lnTo>
                  <a:pt x="2192073" y="1223915"/>
                </a:lnTo>
                <a:lnTo>
                  <a:pt x="2195243" y="1174803"/>
                </a:lnTo>
                <a:lnTo>
                  <a:pt x="2201035" y="1126002"/>
                </a:lnTo>
                <a:lnTo>
                  <a:pt x="2209679" y="1077603"/>
                </a:lnTo>
                <a:lnTo>
                  <a:pt x="2221406" y="1029694"/>
                </a:lnTo>
                <a:lnTo>
                  <a:pt x="2236271" y="982659"/>
                </a:lnTo>
                <a:lnTo>
                  <a:pt x="2253989" y="936835"/>
                </a:lnTo>
                <a:lnTo>
                  <a:pt x="2274309" y="892154"/>
                </a:lnTo>
                <a:lnTo>
                  <a:pt x="2296980" y="848544"/>
                </a:lnTo>
                <a:lnTo>
                  <a:pt x="2321751" y="805936"/>
                </a:lnTo>
                <a:lnTo>
                  <a:pt x="2348370" y="764261"/>
                </a:lnTo>
                <a:lnTo>
                  <a:pt x="2376587" y="723448"/>
                </a:lnTo>
                <a:lnTo>
                  <a:pt x="2406149" y="683427"/>
                </a:lnTo>
                <a:lnTo>
                  <a:pt x="2436807" y="644129"/>
                </a:lnTo>
                <a:lnTo>
                  <a:pt x="2468308" y="605484"/>
                </a:lnTo>
                <a:lnTo>
                  <a:pt x="2500402" y="567422"/>
                </a:lnTo>
                <a:lnTo>
                  <a:pt x="2532837" y="529874"/>
                </a:lnTo>
                <a:lnTo>
                  <a:pt x="2565283" y="492926"/>
                </a:lnTo>
                <a:lnTo>
                  <a:pt x="2598139" y="456141"/>
                </a:lnTo>
                <a:lnTo>
                  <a:pt x="2631428" y="419602"/>
                </a:lnTo>
                <a:lnTo>
                  <a:pt x="2665175" y="383387"/>
                </a:lnTo>
                <a:lnTo>
                  <a:pt x="2699403" y="347577"/>
                </a:lnTo>
                <a:lnTo>
                  <a:pt x="2734137" y="312254"/>
                </a:lnTo>
                <a:lnTo>
                  <a:pt x="2769399" y="277497"/>
                </a:lnTo>
                <a:lnTo>
                  <a:pt x="2805215" y="243387"/>
                </a:lnTo>
                <a:lnTo>
                  <a:pt x="2841607" y="210005"/>
                </a:lnTo>
                <a:lnTo>
                  <a:pt x="2878600" y="177430"/>
                </a:lnTo>
                <a:lnTo>
                  <a:pt x="2916217" y="145744"/>
                </a:lnTo>
                <a:lnTo>
                  <a:pt x="2954482" y="115028"/>
                </a:lnTo>
                <a:lnTo>
                  <a:pt x="2993420" y="85360"/>
                </a:lnTo>
                <a:lnTo>
                  <a:pt x="3033053" y="56823"/>
                </a:lnTo>
                <a:lnTo>
                  <a:pt x="3073406" y="29496"/>
                </a:lnTo>
                <a:lnTo>
                  <a:pt x="3114503" y="3460"/>
                </a:lnTo>
                <a:lnTo>
                  <a:pt x="3120376" y="0"/>
                </a:lnTo>
                <a:lnTo>
                  <a:pt x="3120376" y="2461604"/>
                </a:lnTo>
                <a:close/>
              </a:path>
              <a:path w="3120390" h="2937509">
                <a:moveTo>
                  <a:pt x="3120376" y="2936970"/>
                </a:moveTo>
                <a:lnTo>
                  <a:pt x="0" y="2936970"/>
                </a:lnTo>
                <a:lnTo>
                  <a:pt x="3142" y="2918893"/>
                </a:lnTo>
                <a:lnTo>
                  <a:pt x="14336" y="2869907"/>
                </a:lnTo>
                <a:lnTo>
                  <a:pt x="27416" y="2821302"/>
                </a:lnTo>
                <a:lnTo>
                  <a:pt x="41655" y="2773101"/>
                </a:lnTo>
                <a:lnTo>
                  <a:pt x="56864" y="2723912"/>
                </a:lnTo>
                <a:lnTo>
                  <a:pt x="72567" y="2674879"/>
                </a:lnTo>
                <a:lnTo>
                  <a:pt x="88762" y="2626005"/>
                </a:lnTo>
                <a:lnTo>
                  <a:pt x="105446" y="2577297"/>
                </a:lnTo>
                <a:lnTo>
                  <a:pt x="122618" y="2528759"/>
                </a:lnTo>
                <a:lnTo>
                  <a:pt x="140275" y="2480394"/>
                </a:lnTo>
                <a:lnTo>
                  <a:pt x="158416" y="2432210"/>
                </a:lnTo>
                <a:lnTo>
                  <a:pt x="177038" y="2384209"/>
                </a:lnTo>
                <a:lnTo>
                  <a:pt x="196140" y="2336396"/>
                </a:lnTo>
                <a:lnTo>
                  <a:pt x="215718" y="2288777"/>
                </a:lnTo>
                <a:lnTo>
                  <a:pt x="235772" y="2241356"/>
                </a:lnTo>
                <a:lnTo>
                  <a:pt x="256300" y="2194138"/>
                </a:lnTo>
                <a:lnTo>
                  <a:pt x="277298" y="2147128"/>
                </a:lnTo>
                <a:lnTo>
                  <a:pt x="298765" y="2100330"/>
                </a:lnTo>
                <a:lnTo>
                  <a:pt x="320700" y="2053750"/>
                </a:lnTo>
                <a:lnTo>
                  <a:pt x="343099" y="2007391"/>
                </a:lnTo>
                <a:lnTo>
                  <a:pt x="365962" y="1961259"/>
                </a:lnTo>
                <a:lnTo>
                  <a:pt x="389285" y="1915358"/>
                </a:lnTo>
                <a:lnTo>
                  <a:pt x="413067" y="1869693"/>
                </a:lnTo>
                <a:lnTo>
                  <a:pt x="437306" y="1824269"/>
                </a:lnTo>
                <a:lnTo>
                  <a:pt x="461999" y="1779091"/>
                </a:lnTo>
                <a:lnTo>
                  <a:pt x="487145" y="1734163"/>
                </a:lnTo>
                <a:lnTo>
                  <a:pt x="512742" y="1689490"/>
                </a:lnTo>
                <a:lnTo>
                  <a:pt x="545247" y="1638980"/>
                </a:lnTo>
                <a:lnTo>
                  <a:pt x="588149" y="1598564"/>
                </a:lnTo>
                <a:lnTo>
                  <a:pt x="630201" y="1581655"/>
                </a:lnTo>
                <a:lnTo>
                  <a:pt x="675346" y="1578291"/>
                </a:lnTo>
                <a:lnTo>
                  <a:pt x="721968" y="1585186"/>
                </a:lnTo>
                <a:lnTo>
                  <a:pt x="768453" y="1599053"/>
                </a:lnTo>
                <a:lnTo>
                  <a:pt x="813186" y="1616605"/>
                </a:lnTo>
                <a:lnTo>
                  <a:pt x="1373102" y="1853627"/>
                </a:lnTo>
                <a:lnTo>
                  <a:pt x="1558310" y="1935323"/>
                </a:lnTo>
                <a:lnTo>
                  <a:pt x="1696215" y="1998448"/>
                </a:lnTo>
                <a:lnTo>
                  <a:pt x="1787556" y="2041634"/>
                </a:lnTo>
                <a:lnTo>
                  <a:pt x="1878346" y="2085837"/>
                </a:lnTo>
                <a:lnTo>
                  <a:pt x="1968521" y="2131175"/>
                </a:lnTo>
                <a:lnTo>
                  <a:pt x="2058017" y="2177764"/>
                </a:lnTo>
                <a:lnTo>
                  <a:pt x="2102490" y="2201565"/>
                </a:lnTo>
                <a:lnTo>
                  <a:pt x="2146770" y="2225723"/>
                </a:lnTo>
                <a:lnTo>
                  <a:pt x="2190848" y="2250251"/>
                </a:lnTo>
                <a:lnTo>
                  <a:pt x="2234717" y="2275166"/>
                </a:lnTo>
                <a:lnTo>
                  <a:pt x="2278368" y="2300482"/>
                </a:lnTo>
                <a:lnTo>
                  <a:pt x="2321794" y="2326212"/>
                </a:lnTo>
                <a:lnTo>
                  <a:pt x="2364986" y="2352373"/>
                </a:lnTo>
                <a:lnTo>
                  <a:pt x="2407936" y="2378977"/>
                </a:lnTo>
                <a:lnTo>
                  <a:pt x="2450638" y="2406041"/>
                </a:lnTo>
                <a:lnTo>
                  <a:pt x="2493081" y="2433579"/>
                </a:lnTo>
                <a:lnTo>
                  <a:pt x="2535259" y="2461604"/>
                </a:lnTo>
                <a:lnTo>
                  <a:pt x="3120376" y="2461604"/>
                </a:lnTo>
                <a:lnTo>
                  <a:pt x="3120376" y="2936970"/>
                </a:lnTo>
                <a:close/>
              </a:path>
            </a:pathLst>
          </a:custGeom>
          <a:solidFill>
            <a:srgbClr val="1A237D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 marR="5080">
              <a:lnSpc>
                <a:spcPts val="8330"/>
              </a:lnSpc>
              <a:spcBef>
                <a:spcPts val="265"/>
              </a:spcBef>
            </a:pPr>
            <a:r>
              <a:rPr spc="130" dirty="0"/>
              <a:t>Thank</a:t>
            </a:r>
            <a:r>
              <a:rPr spc="110" dirty="0"/>
              <a:t> </a:t>
            </a:r>
            <a:r>
              <a:rPr spc="310" dirty="0"/>
              <a:t>You</a:t>
            </a:r>
            <a:r>
              <a:rPr spc="110" dirty="0"/>
              <a:t> </a:t>
            </a:r>
            <a:r>
              <a:rPr dirty="0"/>
              <a:t>for</a:t>
            </a:r>
            <a:r>
              <a:rPr spc="114" dirty="0"/>
              <a:t> </a:t>
            </a:r>
            <a:r>
              <a:rPr spc="165" dirty="0"/>
              <a:t>Your </a:t>
            </a:r>
            <a:r>
              <a:rPr spc="60" dirty="0"/>
              <a:t>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</TotalTime>
  <Words>440</Words>
  <Application>Microsoft Office PowerPoint</Application>
  <PresentationFormat>Custom</PresentationFormat>
  <Paragraphs>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Tahoma</vt:lpstr>
      <vt:lpstr>Times New Roman</vt:lpstr>
      <vt:lpstr>Trebuchet MS</vt:lpstr>
      <vt:lpstr>Office Theme</vt:lpstr>
      <vt:lpstr>INNOVEXA STORE             E-COMMERCE WEBSITE PRESENTATION</vt:lpstr>
      <vt:lpstr>PowerPoint Presentation</vt:lpstr>
      <vt:lpstr>Project Overview: Evolving to Dynamic E- Commerce</vt:lpstr>
      <vt:lpstr>Project Objectives</vt:lpstr>
      <vt:lpstr>PowerPoint Presentation</vt:lpstr>
      <vt:lpstr>PowerPoint Presentation</vt:lpstr>
      <vt:lpstr>Tools and Technologies Overview</vt:lpstr>
      <vt:lpstr>PowerPoint Presentation</vt:lpstr>
      <vt:lpstr>PowerPoint Presentation</vt:lpstr>
      <vt:lpstr>Functional Web Application Logic</vt:lpstr>
      <vt:lpstr>Componentization and Modular Design Principles</vt:lpstr>
      <vt:lpstr>Key Features of Our E-Commerce Website</vt:lpstr>
      <vt:lpstr>Challenges and Learnings</vt:lpstr>
      <vt:lpstr>System Workflow for E- Commerce Checkout</vt:lpstr>
      <vt:lpstr>PowerPoint Presentation</vt:lpstr>
      <vt:lpstr>PowerPoint Presentation</vt:lpstr>
      <vt:lpstr>Future Growth Opportunities</vt:lpstr>
      <vt:lpstr>Thank You for Your Attention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INNOVEXA STORE</dc:title>
  <dc:creator>Aditya Jaiswal</dc:creator>
  <cp:keywords>DAG5Yt1eqPE,BAGzPzO3MO4,0</cp:keywords>
  <cp:lastModifiedBy>ashwani khatiyan</cp:lastModifiedBy>
  <cp:revision>1</cp:revision>
  <dcterms:created xsi:type="dcterms:W3CDTF">2026-01-03T14:20:19Z</dcterms:created>
  <dcterms:modified xsi:type="dcterms:W3CDTF">2026-01-03T17:22:01Z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2025-11-22T00:00:00Z</vt:filetime>
  </property>
  <property fmtid="{D5CDD505-2E9C-101B-9397-08002B2CF9AE}" pid="3" name="Creator">
    <vt:lpwstr>Canva</vt:lpwstr>
  </property>
  <property fmtid="{D5CDD505-2E9C-101B-9397-08002B2CF9AE}" pid="4" name="LastSaved">
    <vt:filetime>2026-01-03T00:00:00Z</vt:filetime>
  </property>
  <property fmtid="{D5CDD505-2E9C-101B-9397-08002B2CF9AE}" pid="5" name="Producer">
    <vt:lpwstr>Canva</vt:lpwstr>
  </property>
  <property fmtid="{D5CDD505-2E9C-101B-9397-08002B2CF9AE}" pid="6" name="containsAiGeneratedContent">
    <vt:lpwstr>Yes</vt:lpwstr>
  </property>
</Properties>
</file>